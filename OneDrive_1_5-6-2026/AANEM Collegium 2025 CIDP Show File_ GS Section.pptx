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charts/chart3.xml" ContentType="application/vnd.openxmlformats-officedocument.drawingml.chart+xml"/>
  <Override PartName="/ppt/charts/style1.xml" ContentType="application/vnd.ms-office.chartstyle+xml"/>
  <Override PartName="/ppt/charts/style2.xml" ContentType="application/vnd.ms-office.chartstyle+xml"/>
  <Override PartName="/ppt/charts/chart2.xml" ContentType="application/vnd.openxmlformats-officedocument.drawingml.chart+xml"/>
  <Override PartName="/ppt/charts/chart1.xml" ContentType="application/vnd.openxmlformats-officedocument.drawingml.chart+xml"/>
  <Override PartName="/ppt/metadata" ContentType="application/binary"/>
  <Override PartName="/ppt/charts/colors2.xml" ContentType="application/vnd.ms-office.chartcolorstyle+xml"/>
  <Override PartName="/ppt/charts/colors1.xml" ContentType="application/vnd.ms-office.chartcolorstyle+xml"/>
  <Override PartName="/ppt/charts/style3.xml" ContentType="application/vnd.ms-office.chartstyle+xml"/>
  <Override PartName="/ppt/charts/colors3.xml" ContentType="application/vnd.ms-office.chartcolorstyl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y="6858000" cx="12192000"/>
  <p:notesSz cx="6858000" cy="9144000"/>
  <p:embeddedFontLst>
    <p:embeddedFont>
      <p:font typeface="Arial Narrow"/>
      <p:regular r:id="rId20"/>
      <p:bold r:id="rId21"/>
      <p:italic r:id="rId22"/>
      <p:boldItalic r:id="rId23"/>
    </p:embeddedFont>
    <p:embeddedFont>
      <p:font typeface="Fira Sans"/>
      <p:regular r:id="rId24"/>
      <p:bold r:id="rId25"/>
      <p:italic r:id="rId26"/>
      <p:boldItalic r:id="rId27"/>
    </p:embeddedFont>
    <p:embeddedFont>
      <p:font typeface="Exo 2"/>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48">
          <p15:clr>
            <a:srgbClr val="A4A3A4"/>
          </p15:clr>
        </p15:guide>
        <p15:guide id="2" pos="1152">
          <p15:clr>
            <a:srgbClr val="A4A3A4"/>
          </p15:clr>
        </p15:guide>
        <p15:guide id="3" orient="horz" pos="3000">
          <p15:clr>
            <a:srgbClr val="A4A3A4"/>
          </p15:clr>
        </p15:guide>
        <p15:guide id="4" pos="7320">
          <p15:clr>
            <a:srgbClr val="A4A3A4"/>
          </p15:clr>
        </p15:guide>
        <p15:guide id="5" pos="3336">
          <p15:clr>
            <a:srgbClr val="A4A3A4"/>
          </p15:clr>
        </p15:guide>
        <p15:guide id="6" pos="4750">
          <p15:clr>
            <a:srgbClr val="A4A3A4"/>
          </p15:clr>
        </p15:guide>
      </p15:sldGuideLst>
    </p:ext>
    <p:ext uri="GoogleSlidesCustomDataVersion2">
      <go:slidesCustomData xmlns:go="http://customooxmlschemas.google.com/" r:id="rId32" roundtripDataSignature="AMtx7miiS8Elpbe5VnLSe69qL+AATJZfT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qiuling l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B4CF92-2935-480C-A46C-4E5A207A8724}">
  <a:tblStyle styleId="{ECB4CF92-2935-480C-A46C-4E5A207A8724}" styleName="Table_0">
    <a:wholeTbl>
      <a:tcTxStyle b="off" i="off">
        <a:font>
          <a:latin typeface="Arial"/>
          <a:ea typeface="Arial"/>
          <a:cs typeface="Arial"/>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F98415F-8598-459B-866C-A89E2180006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orient="horz"/>
        <p:guide pos="1152"/>
        <p:guide pos="3000" orient="horz"/>
        <p:guide pos="7320"/>
        <p:guide pos="3336"/>
        <p:guide pos="475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FiraSans-italic.fntdata"/><Relationship Id="rId13" Type="http://schemas.openxmlformats.org/officeDocument/2006/relationships/slide" Target="slides/slide5.xml"/><Relationship Id="rId18" Type="http://schemas.openxmlformats.org/officeDocument/2006/relationships/slide" Target="slides/slide10.xml"/><Relationship Id="rId21" Type="http://schemas.openxmlformats.org/officeDocument/2006/relationships/font" Target="fonts/ArialNarrow-bold.fntdata"/><Relationship Id="rId3" Type="http://schemas.openxmlformats.org/officeDocument/2006/relationships/presProps" Target="presProps.xml"/><Relationship Id="rId34" Type="http://schemas.openxmlformats.org/officeDocument/2006/relationships/customXml" Target="../customXml/item2.xml"/><Relationship Id="rId25" Type="http://schemas.openxmlformats.org/officeDocument/2006/relationships/font" Target="fonts/FiraSans-bold.fntdata"/><Relationship Id="rId7" Type="http://schemas.openxmlformats.org/officeDocument/2006/relationships/slideMaster" Target="slideMasters/slideMaster2.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customXml" Target="../customXml/item1.xml"/><Relationship Id="rId20" Type="http://schemas.openxmlformats.org/officeDocument/2006/relationships/font" Target="fonts/ArialNarrow-regular.fntdata"/><Relationship Id="rId2" Type="http://schemas.openxmlformats.org/officeDocument/2006/relationships/viewProps" Target="viewProps.xml"/><Relationship Id="rId29" Type="http://schemas.openxmlformats.org/officeDocument/2006/relationships/font" Target="fonts/Exo2-bold.fntdata"/><Relationship Id="rId16" Type="http://schemas.openxmlformats.org/officeDocument/2006/relationships/slide" Target="slides/slide8.xml"/><Relationship Id="rId24" Type="http://schemas.openxmlformats.org/officeDocument/2006/relationships/font" Target="fonts/FiraSans-regular.fntdata"/><Relationship Id="rId1" Type="http://schemas.openxmlformats.org/officeDocument/2006/relationships/theme" Target="theme/theme3.xml"/><Relationship Id="rId6" Type="http://schemas.openxmlformats.org/officeDocument/2006/relationships/slideMaster" Target="slideMasters/slideMaster1.xml"/><Relationship Id="rId11" Type="http://schemas.openxmlformats.org/officeDocument/2006/relationships/slide" Target="slides/slide3.xml"/><Relationship Id="rId32" Type="http://customschemas.google.com/relationships/presentationmetadata" Target="metadata"/><Relationship Id="rId23" Type="http://schemas.openxmlformats.org/officeDocument/2006/relationships/font" Target="fonts/ArialNarrow-boldItalic.fntdata"/><Relationship Id="rId28" Type="http://schemas.openxmlformats.org/officeDocument/2006/relationships/font" Target="fonts/Exo2-regular.fntdata"/><Relationship Id="rId5" Type="http://schemas.openxmlformats.org/officeDocument/2006/relationships/commentAuthors" Target="commentAuthors.xml"/><Relationship Id="rId15" Type="http://schemas.openxmlformats.org/officeDocument/2006/relationships/slide" Target="slides/slide7.xml"/><Relationship Id="rId31" Type="http://schemas.openxmlformats.org/officeDocument/2006/relationships/font" Target="fonts/Exo2-boldItalic.fntdata"/><Relationship Id="rId10" Type="http://schemas.openxmlformats.org/officeDocument/2006/relationships/slide" Target="slides/slide2.xml"/><Relationship Id="rId19" Type="http://schemas.openxmlformats.org/officeDocument/2006/relationships/slide" Target="slides/slide11.xml"/><Relationship Id="rId22" Type="http://schemas.openxmlformats.org/officeDocument/2006/relationships/font" Target="fonts/ArialNarrow-italic.fntdata"/><Relationship Id="rId4" Type="http://schemas.openxmlformats.org/officeDocument/2006/relationships/tableStyles" Target="tableStyles.xml"/><Relationship Id="rId9" Type="http://schemas.openxmlformats.org/officeDocument/2006/relationships/slide" Target="slides/slide1.xml"/><Relationship Id="rId27" Type="http://schemas.openxmlformats.org/officeDocument/2006/relationships/font" Target="fonts/FiraSans-boldItalic.fntdata"/><Relationship Id="rId30" Type="http://schemas.openxmlformats.org/officeDocument/2006/relationships/font" Target="fonts/Exo2-italic.fntdata"/><Relationship Id="rId14" Type="http://schemas.openxmlformats.org/officeDocument/2006/relationships/slide" Target="slides/slide6.xml"/><Relationship Id="rId35" Type="http://schemas.openxmlformats.org/officeDocument/2006/relationships/customXml" Target="../customXml/item3.xml"/><Relationship Id="rId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34111943605189"/>
          <c:y val="3.8253129354480123E-2"/>
          <c:w val="0.87395220169040355"/>
          <c:h val="0.79233826775845062"/>
        </c:manualLayout>
      </c:layout>
      <c:lineChart>
        <c:grouping val="standard"/>
        <c:varyColors val="0"/>
        <c:ser>
          <c:idx val="0"/>
          <c:order val="0"/>
          <c:tx>
            <c:strRef>
              <c:f>Sheet1!$B$1</c:f>
              <c:strCache>
                <c:ptCount val="1"/>
                <c:pt idx="0">
                  <c:v>Male</c:v>
                </c:pt>
              </c:strCache>
            </c:strRef>
          </c:tx>
          <c:spPr>
            <a:ln w="22225" cap="rnd">
              <a:solidFill>
                <a:schemeClr val="accent5"/>
              </a:solidFill>
              <a:round/>
            </a:ln>
            <a:effectLst/>
          </c:spPr>
          <c:marker>
            <c:symbol val="circle"/>
            <c:size val="5"/>
            <c:spPr>
              <a:solidFill>
                <a:schemeClr val="accent5"/>
              </a:solidFill>
              <a:ln w="15875">
                <a:solidFill>
                  <a:schemeClr val="accent5"/>
                </a:solidFill>
                <a:tailEnd type="ova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0-15EA-044B-81A9-9F4E1DF716FE}"/>
                </c:ext>
              </c:extLst>
            </c:dLbl>
            <c:dLbl>
              <c:idx val="1"/>
              <c:delete val="1"/>
              <c:extLst>
                <c:ext xmlns:c15="http://schemas.microsoft.com/office/drawing/2012/chart" uri="{CE6537A1-D6FC-4f65-9D91-7224C49458BB}"/>
                <c:ext xmlns:c16="http://schemas.microsoft.com/office/drawing/2014/chart" uri="{C3380CC4-5D6E-409C-BE32-E72D297353CC}">
                  <c16:uniqueId val="{00000001-15EA-044B-81A9-9F4E1DF716FE}"/>
                </c:ext>
              </c:extLst>
            </c:dLbl>
            <c:dLbl>
              <c:idx val="2"/>
              <c:delete val="1"/>
              <c:extLst>
                <c:ext xmlns:c15="http://schemas.microsoft.com/office/drawing/2012/chart" uri="{CE6537A1-D6FC-4f65-9D91-7224C49458BB}"/>
                <c:ext xmlns:c16="http://schemas.microsoft.com/office/drawing/2014/chart" uri="{C3380CC4-5D6E-409C-BE32-E72D297353CC}">
                  <c16:uniqueId val="{00000002-15EA-044B-81A9-9F4E1DF716FE}"/>
                </c:ext>
              </c:extLst>
            </c:dLbl>
            <c:dLbl>
              <c:idx val="3"/>
              <c:delete val="1"/>
              <c:extLst>
                <c:ext xmlns:c15="http://schemas.microsoft.com/office/drawing/2012/chart" uri="{CE6537A1-D6FC-4f65-9D91-7224C49458BB}"/>
                <c:ext xmlns:c16="http://schemas.microsoft.com/office/drawing/2014/chart" uri="{C3380CC4-5D6E-409C-BE32-E72D297353CC}">
                  <c16:uniqueId val="{00000003-15EA-044B-81A9-9F4E1DF716FE}"/>
                </c:ext>
              </c:extLst>
            </c:dLbl>
            <c:dLbl>
              <c:idx val="8"/>
              <c:delete val="1"/>
              <c:extLst>
                <c:ext xmlns:c15="http://schemas.microsoft.com/office/drawing/2012/chart" uri="{CE6537A1-D6FC-4f65-9D91-7224C49458BB}"/>
                <c:ext xmlns:c16="http://schemas.microsoft.com/office/drawing/2014/chart" uri="{C3380CC4-5D6E-409C-BE32-E72D297353CC}">
                  <c16:uniqueId val="{00000004-15EA-044B-81A9-9F4E1DF716FE}"/>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21-25</c:v>
                </c:pt>
                <c:pt idx="1">
                  <c:v>26-30</c:v>
                </c:pt>
                <c:pt idx="2">
                  <c:v>31-35</c:v>
                </c:pt>
                <c:pt idx="3">
                  <c:v>36-40</c:v>
                </c:pt>
                <c:pt idx="4">
                  <c:v>41-45</c:v>
                </c:pt>
                <c:pt idx="5">
                  <c:v>46-50</c:v>
                </c:pt>
                <c:pt idx="6">
                  <c:v>51-55</c:v>
                </c:pt>
                <c:pt idx="7">
                  <c:v>56-60</c:v>
                </c:pt>
                <c:pt idx="8">
                  <c:v>61-65</c:v>
                </c:pt>
              </c:strCache>
            </c:strRef>
          </c:cat>
          <c:val>
            <c:numRef>
              <c:f>Sheet1!$B$2:$B$10</c:f>
              <c:numCache>
                <c:formatCode>General</c:formatCode>
                <c:ptCount val="9"/>
                <c:pt idx="0">
                  <c:v>110.85</c:v>
                </c:pt>
                <c:pt idx="1">
                  <c:v>113.8</c:v>
                </c:pt>
                <c:pt idx="2">
                  <c:v>109.87</c:v>
                </c:pt>
                <c:pt idx="3">
                  <c:v>107.91</c:v>
                </c:pt>
                <c:pt idx="4">
                  <c:v>103.99</c:v>
                </c:pt>
                <c:pt idx="5">
                  <c:v>95.16</c:v>
                </c:pt>
                <c:pt idx="6">
                  <c:v>95.16</c:v>
                </c:pt>
                <c:pt idx="7">
                  <c:v>79.459999999999994</c:v>
                </c:pt>
                <c:pt idx="8">
                  <c:v>77.489999999999995</c:v>
                </c:pt>
              </c:numCache>
            </c:numRef>
          </c:val>
          <c:smooth val="0"/>
          <c:extLst>
            <c:ext xmlns:c16="http://schemas.microsoft.com/office/drawing/2014/chart" uri="{C3380CC4-5D6E-409C-BE32-E72D297353CC}">
              <c16:uniqueId val="{00000005-15EA-044B-81A9-9F4E1DF716FE}"/>
            </c:ext>
          </c:extLst>
        </c:ser>
        <c:ser>
          <c:idx val="1"/>
          <c:order val="1"/>
          <c:tx>
            <c:strRef>
              <c:f>Sheet1!$C$1</c:f>
              <c:strCache>
                <c:ptCount val="1"/>
                <c:pt idx="0">
                  <c:v>Female</c:v>
                </c:pt>
              </c:strCache>
            </c:strRef>
          </c:tx>
          <c:spPr>
            <a:ln w="28575" cap="rnd">
              <a:solidFill>
                <a:schemeClr val="accent1">
                  <a:lumMod val="40000"/>
                  <a:lumOff val="60000"/>
                </a:schemeClr>
              </a:solidFill>
              <a:round/>
            </a:ln>
            <a:effectLst/>
          </c:spPr>
          <c:marker>
            <c:symbol val="circle"/>
            <c:size val="5"/>
            <c:spPr>
              <a:solidFill>
                <a:schemeClr val="accent1">
                  <a:lumMod val="25000"/>
                  <a:lumOff val="75000"/>
                </a:schemeClr>
              </a:solidFill>
              <a:ln w="15875">
                <a:solidFill>
                  <a:schemeClr val="accent1">
                    <a:lumMod val="40000"/>
                    <a:lumOff val="60000"/>
                  </a:schemeClr>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6-15EA-044B-81A9-9F4E1DF716FE}"/>
                </c:ext>
              </c:extLst>
            </c:dLbl>
            <c:dLbl>
              <c:idx val="1"/>
              <c:delete val="1"/>
              <c:extLst>
                <c:ext xmlns:c15="http://schemas.microsoft.com/office/drawing/2012/chart" uri="{CE6537A1-D6FC-4f65-9D91-7224C49458BB}"/>
                <c:ext xmlns:c16="http://schemas.microsoft.com/office/drawing/2014/chart" uri="{C3380CC4-5D6E-409C-BE32-E72D297353CC}">
                  <c16:uniqueId val="{00000007-15EA-044B-81A9-9F4E1DF716FE}"/>
                </c:ext>
              </c:extLst>
            </c:dLbl>
            <c:dLbl>
              <c:idx val="2"/>
              <c:delete val="1"/>
              <c:extLst>
                <c:ext xmlns:c15="http://schemas.microsoft.com/office/drawing/2012/chart" uri="{CE6537A1-D6FC-4f65-9D91-7224C49458BB}"/>
                <c:ext xmlns:c16="http://schemas.microsoft.com/office/drawing/2014/chart" uri="{C3380CC4-5D6E-409C-BE32-E72D297353CC}">
                  <c16:uniqueId val="{00000008-15EA-044B-81A9-9F4E1DF716FE}"/>
                </c:ext>
              </c:extLst>
            </c:dLbl>
            <c:dLbl>
              <c:idx val="3"/>
              <c:delete val="1"/>
              <c:extLst>
                <c:ext xmlns:c15="http://schemas.microsoft.com/office/drawing/2012/chart" uri="{CE6537A1-D6FC-4f65-9D91-7224C49458BB}"/>
                <c:ext xmlns:c16="http://schemas.microsoft.com/office/drawing/2014/chart" uri="{C3380CC4-5D6E-409C-BE32-E72D297353CC}">
                  <c16:uniqueId val="{00000009-15EA-044B-81A9-9F4E1DF716FE}"/>
                </c:ext>
              </c:extLst>
            </c:dLbl>
            <c:dLbl>
              <c:idx val="6"/>
              <c:tx>
                <c:rich>
                  <a:bodyPr/>
                  <a:lstStyle/>
                  <a:p>
                    <a:fld id="{95EBFEB9-B045-4A50-B142-B224BA3658F6}" type="VALUE">
                      <a:rPr lang="en-US" smtClean="0"/>
                      <a:pPr/>
                      <a:t>[VALUE]</a:t>
                    </a:fld>
                    <a:r>
                      <a:rPr lang="en-US"/>
                      <a:t>0</a:t>
                    </a:r>
                  </a:p>
                </c:rich>
              </c:tx>
              <c:dLblPos val="b"/>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15EA-044B-81A9-9F4E1DF716FE}"/>
                </c:ext>
              </c:extLst>
            </c:dLbl>
            <c:dLbl>
              <c:idx val="8"/>
              <c:delete val="1"/>
              <c:extLst>
                <c:ext xmlns:c15="http://schemas.microsoft.com/office/drawing/2012/chart" uri="{CE6537A1-D6FC-4f65-9D91-7224C49458BB}"/>
                <c:ext xmlns:c16="http://schemas.microsoft.com/office/drawing/2014/chart" uri="{C3380CC4-5D6E-409C-BE32-E72D297353CC}">
                  <c16:uniqueId val="{0000000B-15EA-044B-81A9-9F4E1DF716FE}"/>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Sheet1!$A$2:$A$10</c:f>
              <c:strCache>
                <c:ptCount val="9"/>
                <c:pt idx="0">
                  <c:v>21-25</c:v>
                </c:pt>
                <c:pt idx="1">
                  <c:v>26-30</c:v>
                </c:pt>
                <c:pt idx="2">
                  <c:v>31-35</c:v>
                </c:pt>
                <c:pt idx="3">
                  <c:v>36-40</c:v>
                </c:pt>
                <c:pt idx="4">
                  <c:v>41-45</c:v>
                </c:pt>
                <c:pt idx="5">
                  <c:v>46-50</c:v>
                </c:pt>
                <c:pt idx="6">
                  <c:v>51-55</c:v>
                </c:pt>
                <c:pt idx="7">
                  <c:v>56-60</c:v>
                </c:pt>
                <c:pt idx="8">
                  <c:v>61-65</c:v>
                </c:pt>
              </c:strCache>
            </c:strRef>
          </c:cat>
          <c:val>
            <c:numRef>
              <c:f>Sheet1!$C$2:$C$10</c:f>
              <c:numCache>
                <c:formatCode>General</c:formatCode>
                <c:ptCount val="9"/>
                <c:pt idx="0">
                  <c:v>101.04</c:v>
                </c:pt>
                <c:pt idx="1">
                  <c:v>94.18</c:v>
                </c:pt>
                <c:pt idx="2">
                  <c:v>93.1</c:v>
                </c:pt>
                <c:pt idx="3">
                  <c:v>93.1</c:v>
                </c:pt>
                <c:pt idx="4">
                  <c:v>88.29</c:v>
                </c:pt>
                <c:pt idx="5">
                  <c:v>80.44</c:v>
                </c:pt>
                <c:pt idx="6">
                  <c:v>77.5</c:v>
                </c:pt>
                <c:pt idx="7">
                  <c:v>72.59</c:v>
                </c:pt>
                <c:pt idx="8">
                  <c:v>64.75</c:v>
                </c:pt>
              </c:numCache>
            </c:numRef>
          </c:val>
          <c:smooth val="0"/>
          <c:extLst>
            <c:ext xmlns:c16="http://schemas.microsoft.com/office/drawing/2014/chart" uri="{C3380CC4-5D6E-409C-BE32-E72D297353CC}">
              <c16:uniqueId val="{0000000C-15EA-044B-81A9-9F4E1DF716FE}"/>
            </c:ext>
          </c:extLst>
        </c:ser>
        <c:dLbls>
          <c:dLblPos val="t"/>
          <c:showLegendKey val="0"/>
          <c:showVal val="1"/>
          <c:showCatName val="0"/>
          <c:showSerName val="0"/>
          <c:showPercent val="0"/>
          <c:showBubbleSize val="0"/>
        </c:dLbls>
        <c:marker val="1"/>
        <c:smooth val="0"/>
        <c:axId val="1470297087"/>
        <c:axId val="1470289407"/>
      </c:lineChart>
      <c:catAx>
        <c:axId val="1470297087"/>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t>Age, years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title>
        <c:numFmt formatCode="General" sourceLinked="1"/>
        <c:majorTickMark val="none"/>
        <c:minorTickMark val="out"/>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470289407"/>
        <c:crosses val="autoZero"/>
        <c:auto val="1"/>
        <c:lblAlgn val="ctr"/>
        <c:lblOffset val="100"/>
        <c:noMultiLvlLbl val="0"/>
      </c:catAx>
      <c:valAx>
        <c:axId val="1470289407"/>
        <c:scaling>
          <c:orientation val="minMax"/>
          <c:max val="160"/>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t>Grip strength, kPa</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470297087"/>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ayout>
        <c:manualLayout>
          <c:xMode val="edge"/>
          <c:yMode val="edge"/>
          <c:x val="0.18711766086778911"/>
          <c:y val="0.68435201311600513"/>
          <c:w val="0.25149658950796033"/>
          <c:h val="6.7637939559337418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734111943605189"/>
          <c:y val="3.8253129354480123E-2"/>
          <c:w val="0.87395220169040355"/>
          <c:h val="0.79233826775845062"/>
        </c:manualLayout>
      </c:layout>
      <c:lineChart>
        <c:grouping val="standard"/>
        <c:varyColors val="0"/>
        <c:ser>
          <c:idx val="0"/>
          <c:order val="0"/>
          <c:tx>
            <c:strRef>
              <c:f>Sheet1!$B$1</c:f>
              <c:strCache>
                <c:ptCount val="1"/>
                <c:pt idx="0">
                  <c:v>Male</c:v>
                </c:pt>
              </c:strCache>
            </c:strRef>
          </c:tx>
          <c:spPr>
            <a:ln w="22225" cap="rnd">
              <a:solidFill>
                <a:schemeClr val="accent5"/>
              </a:solidFill>
              <a:round/>
            </a:ln>
            <a:effectLst/>
          </c:spPr>
          <c:marker>
            <c:symbol val="circle"/>
            <c:size val="5"/>
            <c:spPr>
              <a:solidFill>
                <a:schemeClr val="accent5"/>
              </a:solidFill>
              <a:ln w="15875">
                <a:solidFill>
                  <a:schemeClr val="accent5"/>
                </a:solidFill>
                <a:tailEnd type="ova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12-46D2-46AB-836D-0111253424A2}"/>
                </c:ext>
              </c:extLst>
            </c:dLbl>
            <c:dLbl>
              <c:idx val="1"/>
              <c:delete val="1"/>
              <c:extLst>
                <c:ext xmlns:c15="http://schemas.microsoft.com/office/drawing/2012/chart" uri="{CE6537A1-D6FC-4f65-9D91-7224C49458BB}"/>
                <c:ext xmlns:c16="http://schemas.microsoft.com/office/drawing/2014/chart" uri="{C3380CC4-5D6E-409C-BE32-E72D297353CC}">
                  <c16:uniqueId val="{00000011-46D2-46AB-836D-0111253424A2}"/>
                </c:ext>
              </c:extLst>
            </c:dLbl>
            <c:dLbl>
              <c:idx val="2"/>
              <c:delete val="1"/>
              <c:extLst>
                <c:ext xmlns:c15="http://schemas.microsoft.com/office/drawing/2012/chart" uri="{CE6537A1-D6FC-4f65-9D91-7224C49458BB}"/>
                <c:ext xmlns:c16="http://schemas.microsoft.com/office/drawing/2014/chart" uri="{C3380CC4-5D6E-409C-BE32-E72D297353CC}">
                  <c16:uniqueId val="{00000010-46D2-46AB-836D-0111253424A2}"/>
                </c:ext>
              </c:extLst>
            </c:dLbl>
            <c:dLbl>
              <c:idx val="3"/>
              <c:delete val="1"/>
              <c:extLst>
                <c:ext xmlns:c15="http://schemas.microsoft.com/office/drawing/2012/chart" uri="{CE6537A1-D6FC-4f65-9D91-7224C49458BB}"/>
                <c:ext xmlns:c16="http://schemas.microsoft.com/office/drawing/2014/chart" uri="{C3380CC4-5D6E-409C-BE32-E72D297353CC}">
                  <c16:uniqueId val="{0000000F-46D2-46AB-836D-0111253424A2}"/>
                </c:ext>
              </c:extLst>
            </c:dLbl>
            <c:dLbl>
              <c:idx val="4"/>
              <c:tx>
                <c:rich>
                  <a:bodyPr/>
                  <a:lstStyle/>
                  <a:p>
                    <a:fld id="{AE2F76CC-D217-4498-94B6-1FC19AC56209}" type="VALUE">
                      <a:rPr lang="en-US" smtClean="0"/>
                      <a:pPr/>
                      <a:t>[VALUE]</a:t>
                    </a:fld>
                    <a:r>
                      <a:rPr lang="en-US"/>
                      <a:t>.0</a:t>
                    </a:r>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32F6-4549-9D08-0C57DAE63994}"/>
                </c:ext>
              </c:extLst>
            </c:dLbl>
            <c:dLbl>
              <c:idx val="6"/>
              <c:tx>
                <c:rich>
                  <a:bodyPr/>
                  <a:lstStyle/>
                  <a:p>
                    <a:fld id="{05BAF6E8-CDF4-44C8-AC12-9ED53812A8BF}" type="VALUE">
                      <a:rPr lang="en-US" smtClean="0"/>
                      <a:pPr/>
                      <a:t>[VALUE]</a:t>
                    </a:fld>
                    <a:r>
                      <a:rPr lang="en-US"/>
                      <a:t>.0</a:t>
                    </a:r>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32F6-4549-9D08-0C57DAE63994}"/>
                </c:ext>
              </c:extLst>
            </c:dLbl>
            <c:dLbl>
              <c:idx val="9"/>
              <c:delete val="1"/>
              <c:extLst>
                <c:ext xmlns:c15="http://schemas.microsoft.com/office/drawing/2012/chart" uri="{CE6537A1-D6FC-4f65-9D91-7224C49458BB}"/>
                <c:ext xmlns:c16="http://schemas.microsoft.com/office/drawing/2014/chart" uri="{C3380CC4-5D6E-409C-BE32-E72D297353CC}">
                  <c16:uniqueId val="{0000000E-46D2-46AB-836D-0111253424A2}"/>
                </c:ext>
              </c:extLst>
            </c:dLbl>
            <c:dLbl>
              <c:idx val="10"/>
              <c:delete val="1"/>
              <c:extLst>
                <c:ext xmlns:c15="http://schemas.microsoft.com/office/drawing/2012/chart" uri="{CE6537A1-D6FC-4f65-9D91-7224C49458BB}"/>
                <c:ext xmlns:c16="http://schemas.microsoft.com/office/drawing/2014/chart" uri="{C3380CC4-5D6E-409C-BE32-E72D297353CC}">
                  <c16:uniqueId val="{0000000D-46D2-46AB-836D-0111253424A2}"/>
                </c:ext>
              </c:extLst>
            </c:dLbl>
            <c:dLbl>
              <c:idx val="11"/>
              <c:delete val="1"/>
              <c:extLst>
                <c:ext xmlns:c15="http://schemas.microsoft.com/office/drawing/2012/chart" uri="{CE6537A1-D6FC-4f65-9D91-7224C49458BB}"/>
                <c:ext xmlns:c16="http://schemas.microsoft.com/office/drawing/2014/chart" uri="{C3380CC4-5D6E-409C-BE32-E72D297353CC}">
                  <c16:uniqueId val="{0000000C-46D2-46AB-836D-0111253424A2}"/>
                </c:ext>
              </c:extLst>
            </c:dLbl>
            <c:dLbl>
              <c:idx val="12"/>
              <c:delete val="1"/>
              <c:extLst>
                <c:ext xmlns:c15="http://schemas.microsoft.com/office/drawing/2012/chart" uri="{CE6537A1-D6FC-4f65-9D91-7224C49458BB}"/>
                <c:ext xmlns:c16="http://schemas.microsoft.com/office/drawing/2014/chart" uri="{C3380CC4-5D6E-409C-BE32-E72D297353CC}">
                  <c16:uniqueId val="{0000000B-46D2-46AB-836D-0111253424A2}"/>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18-24</c:v>
                </c:pt>
                <c:pt idx="1">
                  <c:v>25-29</c:v>
                </c:pt>
                <c:pt idx="2">
                  <c:v>30-34</c:v>
                </c:pt>
                <c:pt idx="3">
                  <c:v>35-39</c:v>
                </c:pt>
                <c:pt idx="4">
                  <c:v>40-44</c:v>
                </c:pt>
                <c:pt idx="5">
                  <c:v>45-49</c:v>
                </c:pt>
                <c:pt idx="6">
                  <c:v>50-54</c:v>
                </c:pt>
                <c:pt idx="7">
                  <c:v>55-59</c:v>
                </c:pt>
                <c:pt idx="8">
                  <c:v>60-64</c:v>
                </c:pt>
                <c:pt idx="9">
                  <c:v>65-69</c:v>
                </c:pt>
                <c:pt idx="10">
                  <c:v>70-74</c:v>
                </c:pt>
                <c:pt idx="11">
                  <c:v>75-79</c:v>
                </c:pt>
                <c:pt idx="12">
                  <c:v>80-85</c:v>
                </c:pt>
              </c:strCache>
            </c:strRef>
          </c:cat>
          <c:val>
            <c:numRef>
              <c:f>Sheet1!$B$2:$B$14</c:f>
              <c:numCache>
                <c:formatCode>General</c:formatCode>
                <c:ptCount val="13"/>
                <c:pt idx="0">
                  <c:v>103.6</c:v>
                </c:pt>
                <c:pt idx="1">
                  <c:v>109.6</c:v>
                </c:pt>
                <c:pt idx="2">
                  <c:v>102.5</c:v>
                </c:pt>
                <c:pt idx="3">
                  <c:v>103.8</c:v>
                </c:pt>
                <c:pt idx="4">
                  <c:v>103</c:v>
                </c:pt>
                <c:pt idx="5">
                  <c:v>94.4</c:v>
                </c:pt>
                <c:pt idx="6">
                  <c:v>97</c:v>
                </c:pt>
                <c:pt idx="7">
                  <c:v>89.7</c:v>
                </c:pt>
                <c:pt idx="8">
                  <c:v>84.7</c:v>
                </c:pt>
                <c:pt idx="9">
                  <c:v>81.099999999999994</c:v>
                </c:pt>
                <c:pt idx="10">
                  <c:v>76.5</c:v>
                </c:pt>
                <c:pt idx="11">
                  <c:v>72.099999999999994</c:v>
                </c:pt>
                <c:pt idx="12">
                  <c:v>61.9</c:v>
                </c:pt>
              </c:numCache>
            </c:numRef>
          </c:val>
          <c:smooth val="0"/>
          <c:extLst>
            <c:ext xmlns:c16="http://schemas.microsoft.com/office/drawing/2014/chart" uri="{C3380CC4-5D6E-409C-BE32-E72D297353CC}">
              <c16:uniqueId val="{00000000-46D2-46AB-836D-0111253424A2}"/>
            </c:ext>
          </c:extLst>
        </c:ser>
        <c:ser>
          <c:idx val="1"/>
          <c:order val="1"/>
          <c:tx>
            <c:strRef>
              <c:f>Sheet1!$C$1</c:f>
              <c:strCache>
                <c:ptCount val="1"/>
                <c:pt idx="0">
                  <c:v>Female</c:v>
                </c:pt>
              </c:strCache>
            </c:strRef>
          </c:tx>
          <c:spPr>
            <a:ln w="28575" cap="rnd">
              <a:solidFill>
                <a:schemeClr val="accent1">
                  <a:lumMod val="40000"/>
                  <a:lumOff val="60000"/>
                </a:schemeClr>
              </a:solidFill>
              <a:round/>
            </a:ln>
            <a:effectLst/>
          </c:spPr>
          <c:marker>
            <c:symbol val="circle"/>
            <c:size val="5"/>
            <c:spPr>
              <a:solidFill>
                <a:schemeClr val="accent1">
                  <a:lumMod val="50000"/>
                  <a:lumOff val="50000"/>
                </a:schemeClr>
              </a:solidFill>
              <a:ln w="15875">
                <a:solidFill>
                  <a:schemeClr val="accent1">
                    <a:lumMod val="40000"/>
                    <a:lumOff val="60000"/>
                  </a:schemeClr>
                </a:solidFill>
              </a:ln>
              <a:effectLst/>
            </c:spPr>
          </c:marker>
          <c:dLbls>
            <c:dLbl>
              <c:idx val="0"/>
              <c:delete val="1"/>
              <c:extLst>
                <c:ext xmlns:c15="http://schemas.microsoft.com/office/drawing/2012/chart" uri="{CE6537A1-D6FC-4f65-9D91-7224C49458BB}"/>
                <c:ext xmlns:c16="http://schemas.microsoft.com/office/drawing/2014/chart" uri="{C3380CC4-5D6E-409C-BE32-E72D297353CC}">
                  <c16:uniqueId val="{00000003-46D2-46AB-836D-0111253424A2}"/>
                </c:ext>
              </c:extLst>
            </c:dLbl>
            <c:dLbl>
              <c:idx val="1"/>
              <c:delete val="1"/>
              <c:extLst>
                <c:ext xmlns:c15="http://schemas.microsoft.com/office/drawing/2012/chart" uri="{CE6537A1-D6FC-4f65-9D91-7224C49458BB}"/>
                <c:ext xmlns:c16="http://schemas.microsoft.com/office/drawing/2014/chart" uri="{C3380CC4-5D6E-409C-BE32-E72D297353CC}">
                  <c16:uniqueId val="{00000004-46D2-46AB-836D-0111253424A2}"/>
                </c:ext>
              </c:extLst>
            </c:dLbl>
            <c:dLbl>
              <c:idx val="2"/>
              <c:delete val="1"/>
              <c:extLst>
                <c:ext xmlns:c15="http://schemas.microsoft.com/office/drawing/2012/chart" uri="{CE6537A1-D6FC-4f65-9D91-7224C49458BB}"/>
                <c:ext xmlns:c16="http://schemas.microsoft.com/office/drawing/2014/chart" uri="{C3380CC4-5D6E-409C-BE32-E72D297353CC}">
                  <c16:uniqueId val="{00000005-46D2-46AB-836D-0111253424A2}"/>
                </c:ext>
              </c:extLst>
            </c:dLbl>
            <c:dLbl>
              <c:idx val="3"/>
              <c:delete val="1"/>
              <c:extLst>
                <c:ext xmlns:c15="http://schemas.microsoft.com/office/drawing/2012/chart" uri="{CE6537A1-D6FC-4f65-9D91-7224C49458BB}"/>
                <c:ext xmlns:c16="http://schemas.microsoft.com/office/drawing/2014/chart" uri="{C3380CC4-5D6E-409C-BE32-E72D297353CC}">
                  <c16:uniqueId val="{00000006-46D2-46AB-836D-0111253424A2}"/>
                </c:ext>
              </c:extLst>
            </c:dLbl>
            <c:dLbl>
              <c:idx val="8"/>
              <c:tx>
                <c:rich>
                  <a:bodyPr/>
                  <a:lstStyle/>
                  <a:p>
                    <a:fld id="{3AA119D7-B5D1-412F-BC51-A7E302CB4DDC}" type="VALUE">
                      <a:rPr lang="en-US" smtClean="0"/>
                      <a:pPr/>
                      <a:t>[VALUE]</a:t>
                    </a:fld>
                    <a:r>
                      <a:rPr lang="en-US"/>
                      <a:t>.0</a:t>
                    </a:r>
                  </a:p>
                </c:rich>
              </c:tx>
              <c:dLblPos val="t"/>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32F6-4549-9D08-0C57DAE63994}"/>
                </c:ext>
              </c:extLst>
            </c:dLbl>
            <c:dLbl>
              <c:idx val="9"/>
              <c:delete val="1"/>
              <c:extLst>
                <c:ext xmlns:c15="http://schemas.microsoft.com/office/drawing/2012/chart" uri="{CE6537A1-D6FC-4f65-9D91-7224C49458BB}"/>
                <c:ext xmlns:c16="http://schemas.microsoft.com/office/drawing/2014/chart" uri="{C3380CC4-5D6E-409C-BE32-E72D297353CC}">
                  <c16:uniqueId val="{00000007-46D2-46AB-836D-0111253424A2}"/>
                </c:ext>
              </c:extLst>
            </c:dLbl>
            <c:dLbl>
              <c:idx val="10"/>
              <c:delete val="1"/>
              <c:extLst>
                <c:ext xmlns:c15="http://schemas.microsoft.com/office/drawing/2012/chart" uri="{CE6537A1-D6FC-4f65-9D91-7224C49458BB}"/>
                <c:ext xmlns:c16="http://schemas.microsoft.com/office/drawing/2014/chart" uri="{C3380CC4-5D6E-409C-BE32-E72D297353CC}">
                  <c16:uniqueId val="{00000008-46D2-46AB-836D-0111253424A2}"/>
                </c:ext>
              </c:extLst>
            </c:dLbl>
            <c:dLbl>
              <c:idx val="11"/>
              <c:delete val="1"/>
              <c:extLst>
                <c:ext xmlns:c15="http://schemas.microsoft.com/office/drawing/2012/chart" uri="{CE6537A1-D6FC-4f65-9D91-7224C49458BB}"/>
                <c:ext xmlns:c16="http://schemas.microsoft.com/office/drawing/2014/chart" uri="{C3380CC4-5D6E-409C-BE32-E72D297353CC}">
                  <c16:uniqueId val="{00000009-46D2-46AB-836D-0111253424A2}"/>
                </c:ext>
              </c:extLst>
            </c:dLbl>
            <c:dLbl>
              <c:idx val="12"/>
              <c:delete val="1"/>
              <c:extLst>
                <c:ext xmlns:c15="http://schemas.microsoft.com/office/drawing/2012/chart" uri="{CE6537A1-D6FC-4f65-9D91-7224C49458BB}"/>
                <c:ext xmlns:c16="http://schemas.microsoft.com/office/drawing/2014/chart" uri="{C3380CC4-5D6E-409C-BE32-E72D297353CC}">
                  <c16:uniqueId val="{0000000A-46D2-46AB-836D-0111253424A2}"/>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18-24</c:v>
                </c:pt>
                <c:pt idx="1">
                  <c:v>25-29</c:v>
                </c:pt>
                <c:pt idx="2">
                  <c:v>30-34</c:v>
                </c:pt>
                <c:pt idx="3">
                  <c:v>35-39</c:v>
                </c:pt>
                <c:pt idx="4">
                  <c:v>40-44</c:v>
                </c:pt>
                <c:pt idx="5">
                  <c:v>45-49</c:v>
                </c:pt>
                <c:pt idx="6">
                  <c:v>50-54</c:v>
                </c:pt>
                <c:pt idx="7">
                  <c:v>55-59</c:v>
                </c:pt>
                <c:pt idx="8">
                  <c:v>60-64</c:v>
                </c:pt>
                <c:pt idx="9">
                  <c:v>65-69</c:v>
                </c:pt>
                <c:pt idx="10">
                  <c:v>70-74</c:v>
                </c:pt>
                <c:pt idx="11">
                  <c:v>75-79</c:v>
                </c:pt>
                <c:pt idx="12">
                  <c:v>80-85</c:v>
                </c:pt>
              </c:strCache>
            </c:strRef>
          </c:cat>
          <c:val>
            <c:numRef>
              <c:f>Sheet1!$C$2:$C$14</c:f>
              <c:numCache>
                <c:formatCode>General</c:formatCode>
                <c:ptCount val="13"/>
                <c:pt idx="0">
                  <c:v>61.9</c:v>
                </c:pt>
                <c:pt idx="1">
                  <c:v>65.3</c:v>
                </c:pt>
                <c:pt idx="2">
                  <c:v>63.7</c:v>
                </c:pt>
                <c:pt idx="3">
                  <c:v>64.400000000000006</c:v>
                </c:pt>
                <c:pt idx="4">
                  <c:v>65.900000000000006</c:v>
                </c:pt>
                <c:pt idx="5">
                  <c:v>63.5</c:v>
                </c:pt>
                <c:pt idx="6">
                  <c:v>62.2</c:v>
                </c:pt>
                <c:pt idx="7">
                  <c:v>55.3</c:v>
                </c:pt>
                <c:pt idx="8">
                  <c:v>52</c:v>
                </c:pt>
                <c:pt idx="9">
                  <c:v>48.7</c:v>
                </c:pt>
                <c:pt idx="10">
                  <c:v>47</c:v>
                </c:pt>
                <c:pt idx="11">
                  <c:v>43.2</c:v>
                </c:pt>
                <c:pt idx="12">
                  <c:v>43.9</c:v>
                </c:pt>
              </c:numCache>
            </c:numRef>
          </c:val>
          <c:smooth val="0"/>
          <c:extLst>
            <c:ext xmlns:c16="http://schemas.microsoft.com/office/drawing/2014/chart" uri="{C3380CC4-5D6E-409C-BE32-E72D297353CC}">
              <c16:uniqueId val="{00000001-46D2-46AB-836D-0111253424A2}"/>
            </c:ext>
          </c:extLst>
        </c:ser>
        <c:dLbls>
          <c:dLblPos val="t"/>
          <c:showLegendKey val="0"/>
          <c:showVal val="1"/>
          <c:showCatName val="0"/>
          <c:showSerName val="0"/>
          <c:showPercent val="0"/>
          <c:showBubbleSize val="0"/>
        </c:dLbls>
        <c:marker val="1"/>
        <c:smooth val="0"/>
        <c:axId val="1470297087"/>
        <c:axId val="1470289407"/>
      </c:lineChart>
      <c:catAx>
        <c:axId val="1470297087"/>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t>Age, years</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title>
        <c:numFmt formatCode="General" sourceLinked="1"/>
        <c:majorTickMark val="none"/>
        <c:minorTickMark val="out"/>
        <c:tickLblPos val="nextTo"/>
        <c:spPr>
          <a:noFill/>
          <a:ln w="9525" cap="flat" cmpd="sng" algn="ctr">
            <a:solidFill>
              <a:schemeClr val="accent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470289407"/>
        <c:crosses val="autoZero"/>
        <c:auto val="1"/>
        <c:lblAlgn val="ctr"/>
        <c:lblOffset val="100"/>
        <c:noMultiLvlLbl val="0"/>
      </c:catAx>
      <c:valAx>
        <c:axId val="1470289407"/>
        <c:scaling>
          <c:orientation val="minMax"/>
        </c:scaling>
        <c:delete val="0"/>
        <c:axPos val="l"/>
        <c:majorGridlines>
          <c:spPr>
            <a:ln w="9525" cap="flat" cmpd="sng" algn="ctr">
              <a:noFill/>
              <a:round/>
            </a:ln>
            <a:effectLst/>
          </c:spPr>
        </c:majorGridlines>
        <c:title>
          <c:tx>
            <c:rich>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r>
                  <a:rPr lang="en-US"/>
                  <a:t>Grip strength, lb</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470297087"/>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ayout>
        <c:manualLayout>
          <c:xMode val="edge"/>
          <c:yMode val="edge"/>
          <c:x val="0.13760203557457829"/>
          <c:y val="0.72425273699177917"/>
          <c:w val="0.25149658950796033"/>
          <c:h val="6.7637939559337418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600">
          <a:solidFill>
            <a:schemeClr val="tx1"/>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Column1</c:v>
                </c:pt>
              </c:strCache>
            </c:strRef>
          </c:tx>
          <c:spPr>
            <a:solidFill>
              <a:schemeClr val="accent1"/>
            </a:solidFill>
            <a:ln>
              <a:noFill/>
            </a:ln>
            <a:effectLst/>
          </c:spPr>
          <c:invertIfNegative val="0"/>
          <c:cat>
            <c:strRef>
              <c:f>Sheet1!$A$2:$A$8</c:f>
              <c:strCache>
                <c:ptCount val="7"/>
                <c:pt idx="0">
                  <c:v>≥8</c:v>
                </c:pt>
                <c:pt idx="1">
                  <c:v>≥16</c:v>
                </c:pt>
                <c:pt idx="2">
                  <c:v>≥24</c:v>
                </c:pt>
                <c:pt idx="3">
                  <c:v>≥32</c:v>
                </c:pt>
                <c:pt idx="4">
                  <c:v>≥40</c:v>
                </c:pt>
                <c:pt idx="5">
                  <c:v>≥48</c:v>
                </c:pt>
                <c:pt idx="6">
                  <c:v>≥56</c:v>
                </c:pt>
              </c:strCache>
            </c:strRef>
          </c:cat>
          <c:val>
            <c:numRef>
              <c:f>Sheet1!$B$2:$B$8</c:f>
              <c:numCache>
                <c:formatCode>General</c:formatCode>
                <c:ptCount val="7"/>
                <c:pt idx="0">
                  <c:v>69.8</c:v>
                </c:pt>
                <c:pt idx="1">
                  <c:v>50.3</c:v>
                </c:pt>
                <c:pt idx="2">
                  <c:v>38.9</c:v>
                </c:pt>
                <c:pt idx="3">
                  <c:v>24.8</c:v>
                </c:pt>
                <c:pt idx="4">
                  <c:v>18.8</c:v>
                </c:pt>
                <c:pt idx="5">
                  <c:v>14.8</c:v>
                </c:pt>
                <c:pt idx="6">
                  <c:v>10.1</c:v>
                </c:pt>
              </c:numCache>
            </c:numRef>
          </c:val>
          <c:extLst>
            <c:ext xmlns:c16="http://schemas.microsoft.com/office/drawing/2014/chart" uri="{C3380CC4-5D6E-409C-BE32-E72D297353CC}">
              <c16:uniqueId val="{00000000-58B8-C94D-A0CE-D61CB8CD2F47}"/>
            </c:ext>
          </c:extLst>
        </c:ser>
        <c:dLbls>
          <c:showLegendKey val="0"/>
          <c:showVal val="0"/>
          <c:showCatName val="0"/>
          <c:showSerName val="0"/>
          <c:showPercent val="0"/>
          <c:showBubbleSize val="0"/>
        </c:dLbls>
        <c:gapWidth val="45"/>
        <c:overlap val="-27"/>
        <c:axId val="760551472"/>
        <c:axId val="760437664"/>
      </c:barChart>
      <c:catAx>
        <c:axId val="760551472"/>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760437664"/>
        <c:crosses val="autoZero"/>
        <c:auto val="1"/>
        <c:lblAlgn val="ctr"/>
        <c:lblOffset val="100"/>
        <c:noMultiLvlLbl val="0"/>
      </c:catAx>
      <c:valAx>
        <c:axId val="760437664"/>
        <c:scaling>
          <c:orientation val="minMax"/>
          <c:max val="1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760551472"/>
        <c:crosses val="autoZero"/>
        <c:crossBetween val="between"/>
        <c:majorUnit val="2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0-18T01:04:09.521">
    <p:pos x="4794" y="2901"/>
    <p:text>@cormac.mcshane@mna.co this is what Jenny was referring to during the call. The KM curve does not really show the actual percentages of patients reaching 1-point INCAT, 4-point I-RODS, or 8 kPa GS improvement. But, we can create some messages regardless. Some thought starters:
- similar proportion of patients achieved clinically meaningful improvements in INCAT, I-RODS, or grip strength (NOT supported by the KM curves)
- By week 12, patients had similar likelihood of improving with VH, in INCAT, I-RODS, or grip strength
- response in grip strength parallels the response in INCAT and I-RODS</p:text>
    <p:extLst>
      <p:ext uri="{C676402C-5697-4E1C-873F-D02D1690AC5C}">
        <p15:threadingInfo timeZoneBias="0"/>
      </p:ext>
      <p:ext uri="http://customooxmlschemas.google.com/">
        <go:slidesCustomData xmlns:go="http://customooxmlschemas.google.com/" commentPostId="AAABsjSRfGY"/>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ubmed.ncbi.nlm.nih.gov/10951442/"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A3A1A8"/>
              </a:buClr>
              <a:buSzPts val="900"/>
              <a:buFont typeface="Arial"/>
              <a:buNone/>
            </a:pPr>
            <a:fld id="{00000000-1234-1234-1234-123412341234}" type="slidenum">
              <a:rPr b="0" i="0" lang="en-US" sz="900" u="none" cap="none" strike="noStrike">
                <a:solidFill>
                  <a:srgbClr val="A3A1A8"/>
                </a:solidFill>
                <a:latin typeface="Arial"/>
                <a:ea typeface="Arial"/>
                <a:cs typeface="Arial"/>
                <a:sym typeface="Arial"/>
              </a:rPr>
              <a:t>‹#›</a:t>
            </a:fld>
            <a:endParaRPr b="0" i="0" sz="900" u="none" cap="none" strike="noStrike">
              <a:solidFill>
                <a:srgbClr val="A3A1A8"/>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b="1" lang="en-US"/>
              <a:t>Questions</a:t>
            </a:r>
            <a:endParaRPr/>
          </a:p>
          <a:p>
            <a:pPr indent="-228600" lvl="0" marL="228600" rtl="0" algn="l">
              <a:spcBef>
                <a:spcPts val="0"/>
              </a:spcBef>
              <a:spcAft>
                <a:spcPts val="0"/>
              </a:spcAft>
              <a:buClr>
                <a:schemeClr val="dk1"/>
              </a:buClr>
              <a:buSzPts val="1200"/>
              <a:buFont typeface="Arial"/>
              <a:buAutoNum type="arabicParenR"/>
            </a:pPr>
            <a:r>
              <a:rPr b="0" lang="en-US"/>
              <a:t>Do you use grip strength measurements in your clinical practice?</a:t>
            </a:r>
            <a:endParaRPr/>
          </a:p>
          <a:p>
            <a:pPr indent="-228600" lvl="0" marL="228600" rtl="0" algn="l">
              <a:spcBef>
                <a:spcPts val="0"/>
              </a:spcBef>
              <a:spcAft>
                <a:spcPts val="0"/>
              </a:spcAft>
              <a:buClr>
                <a:schemeClr val="dk1"/>
              </a:buClr>
              <a:buSzPts val="1200"/>
              <a:buFont typeface="Arial"/>
              <a:buAutoNum type="arabicParenR"/>
            </a:pPr>
            <a:r>
              <a:rPr b="0" lang="en-US"/>
              <a:t>How often are you remeasuring your patients’ grip strength?</a:t>
            </a:r>
            <a:endParaRPr/>
          </a:p>
          <a:p>
            <a:pPr indent="-228600" lvl="0" marL="228600" rtl="0" algn="l">
              <a:spcBef>
                <a:spcPts val="0"/>
              </a:spcBef>
              <a:spcAft>
                <a:spcPts val="0"/>
              </a:spcAft>
              <a:buClr>
                <a:schemeClr val="dk1"/>
              </a:buClr>
              <a:buSzPts val="1200"/>
              <a:buFont typeface="Arial"/>
              <a:buAutoNum type="arabicParenR"/>
            </a:pPr>
            <a:r>
              <a:rPr b="0" lang="en-US"/>
              <a:t>In your opinion, is measuring grip strength practical and feasible?</a:t>
            </a:r>
            <a:endParaRPr/>
          </a:p>
          <a:p>
            <a:pPr indent="0" lvl="0" marL="0" rtl="0" algn="l">
              <a:spcBef>
                <a:spcPts val="0"/>
              </a:spcBef>
              <a:spcAft>
                <a:spcPts val="0"/>
              </a:spcAft>
              <a:buClr>
                <a:schemeClr val="dk1"/>
              </a:buClr>
              <a:buSzPts val="1200"/>
              <a:buFont typeface="Arial"/>
              <a:buNone/>
            </a:pPr>
            <a:r>
              <a:t/>
            </a:r>
            <a:endParaRPr b="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lang="en-US"/>
              <a:t>Note: This publication is newer, specific in immune-mediated polyneuropathies context. Values are for both hands - </a:t>
            </a:r>
            <a:r>
              <a:rPr lang="en-US" u="sng">
                <a:solidFill>
                  <a:schemeClr val="hlink"/>
                </a:solidFill>
                <a:hlinkClick r:id="rId2"/>
              </a:rPr>
              <a:t>https://pubmed.ncbi.nlm.nih.gov/10951442/</a:t>
            </a:r>
            <a:r>
              <a:rPr lang="en-US"/>
              <a:t> </a:t>
            </a:r>
            <a:br>
              <a:rPr lang="en-US"/>
            </a:br>
            <a:br>
              <a:rPr lang="en-US"/>
            </a:b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4:notes"/>
          <p:cNvSpPr/>
          <p:nvPr>
            <p:ph idx="2" type="sldImg"/>
          </p:nvPr>
        </p:nvSpPr>
        <p:spPr>
          <a:xfrm>
            <a:off x="182563" y="160338"/>
            <a:ext cx="6492875" cy="36528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4:notes"/>
          <p:cNvSpPr txBox="1"/>
          <p:nvPr>
            <p:ph idx="1" type="body"/>
          </p:nvPr>
        </p:nvSpPr>
        <p:spPr>
          <a:xfrm>
            <a:off x="182563" y="3921868"/>
            <a:ext cx="6492240" cy="4872788"/>
          </a:xfrm>
          <a:prstGeom prst="rect">
            <a:avLst/>
          </a:prstGeom>
          <a:noFill/>
          <a:ln>
            <a:noFill/>
          </a:ln>
        </p:spPr>
        <p:txBody>
          <a:bodyPr anchorCtr="0" anchor="t" bIns="0" lIns="0" spcFirstLastPara="1" rIns="0" wrap="square" tIns="0">
            <a:noAutofit/>
          </a:bodyPr>
          <a:lstStyle/>
          <a:p>
            <a:pPr indent="-114300" lvl="0" marL="114300" rtl="0" algn="l">
              <a:spcBef>
                <a:spcPts val="0"/>
              </a:spcBef>
              <a:spcAft>
                <a:spcPts val="0"/>
              </a:spcAft>
              <a:buClr>
                <a:schemeClr val="dk1"/>
              </a:buClr>
              <a:buSzPts val="1200"/>
              <a:buFont typeface="Arial"/>
              <a:buChar char="•"/>
            </a:pPr>
            <a:r>
              <a:rPr lang="en-US">
                <a:latin typeface="Calibri"/>
                <a:ea typeface="Calibri"/>
                <a:cs typeface="Calibri"/>
                <a:sym typeface="Calibri"/>
              </a:rPr>
              <a:t>Grip strength, measured using the Martin Vigorimeter in the dominant hand, is higher in males but decreases with age in both sexes</a:t>
            </a:r>
            <a:endParaRPr/>
          </a:p>
          <a:p>
            <a:pPr indent="-171450" lvl="1" marL="285750" rtl="0" algn="l">
              <a:spcBef>
                <a:spcPts val="0"/>
              </a:spcBef>
              <a:spcAft>
                <a:spcPts val="0"/>
              </a:spcAft>
              <a:buClr>
                <a:schemeClr val="dk1"/>
              </a:buClr>
              <a:buSzPts val="1200"/>
              <a:buFont typeface="Calibri"/>
              <a:buChar char="–"/>
            </a:pPr>
            <a:r>
              <a:rPr lang="en-US">
                <a:latin typeface="Calibri"/>
                <a:ea typeface="Calibri"/>
                <a:cs typeface="Calibri"/>
                <a:sym typeface="Calibri"/>
              </a:rPr>
              <a:t>The average grip strength in males 41-60 years of age decreases over time and ranges from approximately 104 to 80 kPa</a:t>
            </a:r>
            <a:endParaRPr/>
          </a:p>
          <a:p>
            <a:pPr indent="-171450" lvl="1" marL="285750" rtl="0" algn="l">
              <a:spcBef>
                <a:spcPts val="0"/>
              </a:spcBef>
              <a:spcAft>
                <a:spcPts val="0"/>
              </a:spcAft>
              <a:buClr>
                <a:schemeClr val="dk1"/>
              </a:buClr>
              <a:buSzPts val="1200"/>
              <a:buFont typeface="Calibri"/>
              <a:buChar char="–"/>
            </a:pPr>
            <a:r>
              <a:rPr lang="en-US">
                <a:latin typeface="Calibri"/>
                <a:ea typeface="Calibri"/>
                <a:cs typeface="Calibri"/>
                <a:sym typeface="Calibri"/>
              </a:rPr>
              <a:t>The average grip strength in females 41-60 years of age decreases over time and ranges from approximately 88 to 73 kPa</a:t>
            </a:r>
            <a:endParaRPr/>
          </a:p>
          <a:p>
            <a:pPr indent="0" lvl="1" marL="11430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a:latin typeface="Calibri"/>
                <a:ea typeface="Calibri"/>
                <a:cs typeface="Calibri"/>
                <a:sym typeface="Calibri"/>
              </a:rPr>
              <a:t>[</a:t>
            </a:r>
            <a:r>
              <a:rPr i="1" lang="en-US">
                <a:latin typeface="Calibri"/>
                <a:ea typeface="Calibri"/>
                <a:cs typeface="Calibri"/>
                <a:sym typeface="Calibri"/>
              </a:rPr>
              <a:t>Click “Grip strength” to return to the overview slide of grip strength assessment tools</a:t>
            </a:r>
            <a:r>
              <a:rPr lang="en-US">
                <a:latin typeface="Calibri"/>
                <a:ea typeface="Calibri"/>
                <a:cs typeface="Calibri"/>
                <a:sym typeface="Calibri"/>
              </a:rPr>
              <a:t>]</a:t>
            </a:r>
            <a:endParaRPr b="0" sz="1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a:latin typeface="Calibri"/>
                <a:ea typeface="Calibri"/>
                <a:cs typeface="Calibri"/>
                <a:sym typeface="Calibri"/>
              </a:rPr>
              <a:t>[</a:t>
            </a:r>
            <a:r>
              <a:rPr i="1" lang="en-US">
                <a:latin typeface="Calibri"/>
                <a:ea typeface="Calibri"/>
                <a:cs typeface="Calibri"/>
                <a:sym typeface="Calibri"/>
              </a:rPr>
              <a:t>OPTIONAL – REACTIVE: Click “Jamar Dynamometer” to refer audience to a slide on age and sex differences observed with the Jamar Dynamometer]</a:t>
            </a:r>
            <a:endParaRPr/>
          </a:p>
          <a:p>
            <a:pPr indent="-107950" lvl="1" marL="628650" rtl="0" algn="l">
              <a:spcBef>
                <a:spcPts val="0"/>
              </a:spcBef>
              <a:spcAft>
                <a:spcPts val="0"/>
              </a:spcAft>
              <a:buClr>
                <a:schemeClr val="dk1"/>
              </a:buClr>
              <a:buSzPts val="1000"/>
              <a:buFont typeface="Calibri"/>
              <a:buNone/>
            </a:pPr>
            <a:r>
              <a:t/>
            </a:r>
            <a:endParaRPr b="0" i="0" sz="1000">
              <a:latin typeface="Calibri"/>
              <a:ea typeface="Calibri"/>
              <a:cs typeface="Calibri"/>
              <a:sym typeface="Calibri"/>
            </a:endParaRPr>
          </a:p>
          <a:p>
            <a:pPr indent="0" lvl="0" marL="0" rtl="0" algn="l">
              <a:spcBef>
                <a:spcPts val="0"/>
              </a:spcBef>
              <a:spcAft>
                <a:spcPts val="0"/>
              </a:spcAft>
              <a:buClr>
                <a:schemeClr val="dk1"/>
              </a:buClr>
              <a:buSzPts val="900"/>
              <a:buFont typeface="Arial"/>
              <a:buNone/>
            </a:pPr>
            <a:r>
              <a:rPr b="1" i="0" lang="en-US" sz="900">
                <a:latin typeface="Calibri"/>
                <a:ea typeface="Calibri"/>
                <a:cs typeface="Calibri"/>
                <a:sym typeface="Calibri"/>
              </a:rPr>
              <a:t>Reference</a:t>
            </a:r>
            <a:r>
              <a:rPr b="1" lang="en-US" sz="900">
                <a:latin typeface="Calibri"/>
                <a:ea typeface="Calibri"/>
                <a:cs typeface="Calibri"/>
                <a:sym typeface="Calibri"/>
              </a:rPr>
              <a:t>:</a:t>
            </a:r>
            <a:endParaRPr b="1" i="0" sz="900">
              <a:latin typeface="Calibri"/>
              <a:ea typeface="Calibri"/>
              <a:cs typeface="Calibri"/>
              <a:sym typeface="Calibri"/>
            </a:endParaRPr>
          </a:p>
          <a:p>
            <a:pPr indent="0" lvl="0" marL="0" rtl="0" algn="l">
              <a:spcBef>
                <a:spcPts val="0"/>
              </a:spcBef>
              <a:spcAft>
                <a:spcPts val="0"/>
              </a:spcAft>
              <a:buNone/>
            </a:pPr>
            <a:r>
              <a:rPr lang="en-US" sz="900">
                <a:latin typeface="Calibri"/>
                <a:ea typeface="Calibri"/>
                <a:cs typeface="Calibri"/>
                <a:sym typeface="Calibri"/>
              </a:rPr>
              <a:t>Thorngren KG, Werner CO. Normal grip strength. </a:t>
            </a:r>
            <a:r>
              <a:rPr i="1" lang="en-US" sz="900">
                <a:latin typeface="Calibri"/>
                <a:ea typeface="Calibri"/>
                <a:cs typeface="Calibri"/>
                <a:sym typeface="Calibri"/>
              </a:rPr>
              <a:t>Acta Orthop Scand. </a:t>
            </a:r>
            <a:r>
              <a:rPr lang="en-US" sz="900">
                <a:latin typeface="Calibri"/>
                <a:ea typeface="Calibri"/>
                <a:cs typeface="Calibri"/>
                <a:sym typeface="Calibri"/>
              </a:rPr>
              <a:t>1979;50(3):255-259. doi:10.3109/17453677908989765</a:t>
            </a:r>
            <a:endParaRPr b="0" i="0" sz="900">
              <a:latin typeface="Calibri"/>
              <a:ea typeface="Calibri"/>
              <a:cs typeface="Calibri"/>
              <a:sym typeface="Calibri"/>
            </a:endParaRPr>
          </a:p>
        </p:txBody>
      </p:sp>
      <p:sp>
        <p:nvSpPr>
          <p:cNvPr id="293" name="Google Shape;293;p4:notes"/>
          <p:cNvSpPr txBox="1"/>
          <p:nvPr>
            <p:ph idx="12" type="sldNum"/>
          </p:nvPr>
        </p:nvSpPr>
        <p:spPr>
          <a:xfrm>
            <a:off x="3884613" y="8818686"/>
            <a:ext cx="2841040" cy="192968"/>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Calibri"/>
              <a:buNone/>
            </a:pPr>
            <a:fld id="{00000000-1234-1234-1234-123412341234}" type="slidenum">
              <a:rPr b="0" i="0" lang="en-US" sz="1000" u="none" cap="none" strike="noStrike">
                <a:solidFill>
                  <a:srgbClr val="000000"/>
                </a:solidFill>
                <a:latin typeface="Calibri"/>
                <a:ea typeface="Calibri"/>
                <a:cs typeface="Calibri"/>
                <a:sym typeface="Calibri"/>
              </a:rPr>
              <a:t>‹#›</a:t>
            </a:fld>
            <a:endParaRPr b="0" i="0" sz="10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5:notes"/>
          <p:cNvSpPr/>
          <p:nvPr>
            <p:ph idx="2" type="sldImg"/>
          </p:nvPr>
        </p:nvSpPr>
        <p:spPr>
          <a:xfrm>
            <a:off x="182563" y="179388"/>
            <a:ext cx="6492875" cy="365283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5:notes"/>
          <p:cNvSpPr txBox="1"/>
          <p:nvPr>
            <p:ph idx="1" type="body"/>
          </p:nvPr>
        </p:nvSpPr>
        <p:spPr>
          <a:xfrm>
            <a:off x="182563" y="3917023"/>
            <a:ext cx="6492240" cy="4872788"/>
          </a:xfrm>
          <a:prstGeom prst="rect">
            <a:avLst/>
          </a:prstGeom>
          <a:noFill/>
          <a:ln>
            <a:noFill/>
          </a:ln>
        </p:spPr>
        <p:txBody>
          <a:bodyPr anchorCtr="0" anchor="t" bIns="0" lIns="0" spcFirstLastPara="1" rIns="0" wrap="square" tIns="0">
            <a:noAutofit/>
          </a:bodyPr>
          <a:lstStyle/>
          <a:p>
            <a:pPr indent="-114300" lvl="0" marL="114300" rtl="0" algn="l">
              <a:spcBef>
                <a:spcPts val="0"/>
              </a:spcBef>
              <a:spcAft>
                <a:spcPts val="0"/>
              </a:spcAft>
              <a:buClr>
                <a:schemeClr val="dk1"/>
              </a:buClr>
              <a:buSzPts val="1200"/>
              <a:buFont typeface="Arial"/>
              <a:buChar char="•"/>
            </a:pPr>
            <a:r>
              <a:rPr lang="en-US">
                <a:latin typeface="Calibri"/>
                <a:ea typeface="Calibri"/>
                <a:cs typeface="Calibri"/>
                <a:sym typeface="Calibri"/>
              </a:rPr>
              <a:t>Grip strength, measured using the Jamar Dynamometer in the dominant hand, is higher in males but decreases with age in both sexes</a:t>
            </a:r>
            <a:endParaRPr/>
          </a:p>
          <a:p>
            <a:pPr indent="-171450" lvl="1" marL="285750" rtl="0" algn="l">
              <a:spcBef>
                <a:spcPts val="0"/>
              </a:spcBef>
              <a:spcAft>
                <a:spcPts val="0"/>
              </a:spcAft>
              <a:buClr>
                <a:schemeClr val="dk1"/>
              </a:buClr>
              <a:buSzPts val="1200"/>
              <a:buFont typeface="Calibri"/>
              <a:buChar char="–"/>
            </a:pPr>
            <a:r>
              <a:rPr lang="en-US">
                <a:latin typeface="Calibri"/>
                <a:ea typeface="Calibri"/>
                <a:cs typeface="Calibri"/>
                <a:sym typeface="Calibri"/>
              </a:rPr>
              <a:t>The average grip strength in males 40-64 years of age decreases over time and ranges from approximately 103 to 85 pounds</a:t>
            </a:r>
            <a:endParaRPr/>
          </a:p>
          <a:p>
            <a:pPr indent="-171450" lvl="1" marL="285750" rtl="0" algn="l">
              <a:spcBef>
                <a:spcPts val="0"/>
              </a:spcBef>
              <a:spcAft>
                <a:spcPts val="0"/>
              </a:spcAft>
              <a:buClr>
                <a:schemeClr val="dk1"/>
              </a:buClr>
              <a:buSzPts val="1200"/>
              <a:buFont typeface="Calibri"/>
              <a:buChar char="–"/>
            </a:pPr>
            <a:r>
              <a:rPr lang="en-US">
                <a:latin typeface="Calibri"/>
                <a:ea typeface="Calibri"/>
                <a:cs typeface="Calibri"/>
                <a:sym typeface="Calibri"/>
              </a:rPr>
              <a:t>The average grip strength in females 40-64 years of age decreases over time and ranges from approximately 66 to 52 pounds</a:t>
            </a:r>
            <a:endParaRPr/>
          </a:p>
          <a:p>
            <a:pPr indent="-95250" lvl="1" marL="285750" rtl="0" algn="l">
              <a:spcBef>
                <a:spcPts val="0"/>
              </a:spcBef>
              <a:spcAft>
                <a:spcPts val="0"/>
              </a:spcAft>
              <a:buClr>
                <a:schemeClr val="dk1"/>
              </a:buClr>
              <a:buSzPts val="1200"/>
              <a:buFont typeface="Calibri"/>
              <a:buNone/>
            </a:pPr>
            <a:r>
              <a:t/>
            </a:r>
            <a:endParaRPr>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a:latin typeface="Calibri"/>
                <a:ea typeface="Calibri"/>
                <a:cs typeface="Calibri"/>
                <a:sym typeface="Calibri"/>
              </a:rPr>
              <a:t>[</a:t>
            </a:r>
            <a:r>
              <a:rPr i="1" lang="en-US">
                <a:latin typeface="Calibri"/>
                <a:ea typeface="Calibri"/>
                <a:cs typeface="Calibri"/>
                <a:sym typeface="Calibri"/>
              </a:rPr>
              <a:t>Click “Grip strength” to return to the overview slide of grip strength assessment tools</a:t>
            </a:r>
            <a:r>
              <a:rPr lang="en-US">
                <a:latin typeface="Calibri"/>
                <a:ea typeface="Calibri"/>
                <a:cs typeface="Calibri"/>
                <a:sym typeface="Calibri"/>
              </a:rPr>
              <a:t>]</a:t>
            </a:r>
            <a:endParaRPr b="0" sz="1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00"/>
              <a:buFont typeface="Calibri"/>
              <a:buNone/>
            </a:pPr>
            <a:r>
              <a:rPr lang="en-US">
                <a:latin typeface="Calibri"/>
                <a:ea typeface="Calibri"/>
                <a:cs typeface="Calibri"/>
                <a:sym typeface="Calibri"/>
              </a:rPr>
              <a:t>[</a:t>
            </a:r>
            <a:r>
              <a:rPr i="1" lang="en-US">
                <a:latin typeface="Calibri"/>
                <a:ea typeface="Calibri"/>
                <a:cs typeface="Calibri"/>
                <a:sym typeface="Calibri"/>
              </a:rPr>
              <a:t>OPTIONAL – REACTIVE: Click “Martin Vigorimeter” to refer audience to a slide on age and sex differences observed with the Martin Vigorimeter]</a:t>
            </a:r>
            <a:endParaRPr>
              <a:latin typeface="Calibri"/>
              <a:ea typeface="Calibri"/>
              <a:cs typeface="Calibri"/>
              <a:sym typeface="Calibri"/>
            </a:endParaRPr>
          </a:p>
          <a:p>
            <a:pPr indent="-107950" lvl="1" marL="628650" rtl="0" algn="l">
              <a:spcBef>
                <a:spcPts val="0"/>
              </a:spcBef>
              <a:spcAft>
                <a:spcPts val="0"/>
              </a:spcAft>
              <a:buClr>
                <a:schemeClr val="dk1"/>
              </a:buClr>
              <a:buSzPts val="1000"/>
              <a:buFont typeface="Calibri"/>
              <a:buNone/>
            </a:pPr>
            <a:r>
              <a:t/>
            </a:r>
            <a:endParaRPr sz="1000">
              <a:latin typeface="Calibri"/>
              <a:ea typeface="Calibri"/>
              <a:cs typeface="Calibri"/>
              <a:sym typeface="Calibri"/>
            </a:endParaRPr>
          </a:p>
          <a:p>
            <a:pPr indent="0" lvl="1" marL="9525" rtl="0" algn="l">
              <a:spcBef>
                <a:spcPts val="0"/>
              </a:spcBef>
              <a:spcAft>
                <a:spcPts val="0"/>
              </a:spcAft>
              <a:buNone/>
            </a:pPr>
            <a:r>
              <a:rPr b="1" i="0" lang="en-US" sz="900">
                <a:latin typeface="Calibri"/>
                <a:ea typeface="Calibri"/>
                <a:cs typeface="Calibri"/>
                <a:sym typeface="Calibri"/>
              </a:rPr>
              <a:t>Reference: </a:t>
            </a:r>
            <a:endParaRPr/>
          </a:p>
          <a:p>
            <a:pPr indent="0" lvl="0" marL="0" rtl="0" algn="l">
              <a:spcBef>
                <a:spcPts val="0"/>
              </a:spcBef>
              <a:spcAft>
                <a:spcPts val="0"/>
              </a:spcAft>
              <a:buNone/>
            </a:pPr>
            <a:r>
              <a:rPr b="0" i="0" lang="en-US" sz="900">
                <a:latin typeface="Calibri"/>
                <a:ea typeface="Calibri"/>
                <a:cs typeface="Calibri"/>
                <a:sym typeface="Calibri"/>
              </a:rPr>
              <a:t>Wang YC, Bohannon RW, Li X, Sindhu B, Kapellusch J. Hand-grip strength: normative reference values and equations for individuals 18 to 85 years of age residing in the United States. </a:t>
            </a:r>
            <a:r>
              <a:rPr b="0" i="1" lang="en-US" sz="900">
                <a:latin typeface="Calibri"/>
                <a:ea typeface="Calibri"/>
                <a:cs typeface="Calibri"/>
                <a:sym typeface="Calibri"/>
              </a:rPr>
              <a:t>J Orthop Sports Phys Ther</a:t>
            </a:r>
            <a:r>
              <a:rPr b="0" i="0" lang="en-US" sz="900">
                <a:latin typeface="Calibri"/>
                <a:ea typeface="Calibri"/>
                <a:cs typeface="Calibri"/>
                <a:sym typeface="Calibri"/>
              </a:rPr>
              <a:t>. 2018;48(9):685-693. doi:10.2519/jospt.2018.7851</a:t>
            </a:r>
            <a:endParaRPr/>
          </a:p>
          <a:p>
            <a:pPr indent="0" lvl="0" marL="0" rtl="0" algn="l">
              <a:spcBef>
                <a:spcPts val="0"/>
              </a:spcBef>
              <a:spcAft>
                <a:spcPts val="0"/>
              </a:spcAft>
              <a:buNone/>
            </a:pPr>
            <a:r>
              <a:t/>
            </a:r>
            <a:endParaRPr b="0" i="0" sz="900">
              <a:latin typeface="Calibri"/>
              <a:ea typeface="Calibri"/>
              <a:cs typeface="Calibri"/>
              <a:sym typeface="Calibri"/>
            </a:endParaRPr>
          </a:p>
          <a:p>
            <a:pPr indent="0" lvl="0" marL="0" rtl="0" algn="l">
              <a:spcBef>
                <a:spcPts val="0"/>
              </a:spcBef>
              <a:spcAft>
                <a:spcPts val="0"/>
              </a:spcAft>
              <a:buClr>
                <a:schemeClr val="dk1"/>
              </a:buClr>
              <a:buSzPts val="900"/>
              <a:buFont typeface="Arial"/>
              <a:buNone/>
            </a:pPr>
            <a:r>
              <a:rPr b="1" lang="en-US" sz="900"/>
              <a:t>Questions:</a:t>
            </a:r>
            <a:endParaRPr/>
          </a:p>
          <a:p>
            <a:pPr indent="0" lvl="0" marL="0" marR="0" rtl="0" algn="l">
              <a:lnSpc>
                <a:spcPct val="100000"/>
              </a:lnSpc>
              <a:spcBef>
                <a:spcPts val="0"/>
              </a:spcBef>
              <a:spcAft>
                <a:spcPts val="0"/>
              </a:spcAft>
              <a:buClr>
                <a:schemeClr val="dk1"/>
              </a:buClr>
              <a:buSzPts val="900"/>
              <a:buFont typeface="Arial"/>
              <a:buNone/>
            </a:pPr>
            <a:r>
              <a:rPr lang="en-US" sz="900">
                <a:solidFill>
                  <a:schemeClr val="dk1"/>
                </a:solidFill>
                <a:latin typeface="Arial"/>
                <a:ea typeface="Arial"/>
                <a:cs typeface="Arial"/>
                <a:sym typeface="Arial"/>
              </a:rPr>
              <a:t>1) Do you check your patients baseline versus normative values?</a:t>
            </a:r>
            <a:endParaRPr/>
          </a:p>
          <a:p>
            <a:pPr indent="0" lvl="0" marL="0" marR="0" rtl="0" algn="l">
              <a:lnSpc>
                <a:spcPct val="100000"/>
              </a:lnSpc>
              <a:spcBef>
                <a:spcPts val="0"/>
              </a:spcBef>
              <a:spcAft>
                <a:spcPts val="0"/>
              </a:spcAft>
              <a:buClr>
                <a:schemeClr val="dk1"/>
              </a:buClr>
              <a:buSzPts val="900"/>
              <a:buFont typeface="Arial"/>
              <a:buNone/>
            </a:pPr>
            <a:r>
              <a:rPr lang="en-US" sz="900">
                <a:solidFill>
                  <a:schemeClr val="dk1"/>
                </a:solidFill>
                <a:latin typeface="Arial"/>
                <a:ea typeface="Arial"/>
                <a:cs typeface="Arial"/>
                <a:sym typeface="Arial"/>
              </a:rPr>
              <a:t>2) Do you expect your patients with CIDP to achieve normative levels of grip strength while on treatment?</a:t>
            </a:r>
            <a:endParaRPr/>
          </a:p>
          <a:p>
            <a:pPr indent="0" lvl="0" marL="0" marR="0" rtl="0" algn="l">
              <a:lnSpc>
                <a:spcPct val="100000"/>
              </a:lnSpc>
              <a:spcBef>
                <a:spcPts val="0"/>
              </a:spcBef>
              <a:spcAft>
                <a:spcPts val="0"/>
              </a:spcAft>
              <a:buClr>
                <a:schemeClr val="dk1"/>
              </a:buClr>
              <a:buSzPts val="900"/>
              <a:buFont typeface="Arial"/>
              <a:buNone/>
            </a:pPr>
            <a:r>
              <a:rPr lang="en-US" sz="900">
                <a:solidFill>
                  <a:schemeClr val="dk1"/>
                </a:solidFill>
                <a:latin typeface="Arial"/>
                <a:ea typeface="Arial"/>
                <a:cs typeface="Arial"/>
                <a:sym typeface="Arial"/>
              </a:rPr>
              <a:t>3) Do you use the normative values to track progress while receiving treatment?</a:t>
            </a:r>
            <a:endParaRPr/>
          </a:p>
          <a:p>
            <a:pPr indent="0" lvl="0" marL="0" rtl="0" algn="l">
              <a:spcBef>
                <a:spcPts val="0"/>
              </a:spcBef>
              <a:spcAft>
                <a:spcPts val="0"/>
              </a:spcAft>
              <a:buNone/>
            </a:pPr>
            <a:r>
              <a:t/>
            </a:r>
            <a:endParaRPr sz="900">
              <a:latin typeface="Calibri"/>
              <a:ea typeface="Calibri"/>
              <a:cs typeface="Calibri"/>
              <a:sym typeface="Calibri"/>
            </a:endParaRPr>
          </a:p>
        </p:txBody>
      </p:sp>
      <p:sp>
        <p:nvSpPr>
          <p:cNvPr id="315" name="Google Shape;315;p5:notes"/>
          <p:cNvSpPr txBox="1"/>
          <p:nvPr>
            <p:ph idx="12" type="sldNum"/>
          </p:nvPr>
        </p:nvSpPr>
        <p:spPr>
          <a:xfrm>
            <a:off x="3884613" y="8818686"/>
            <a:ext cx="2841040" cy="192968"/>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Calibri"/>
              <a:buNone/>
            </a:pPr>
            <a:fld id="{00000000-1234-1234-1234-123412341234}" type="slidenum">
              <a:rPr b="0" i="0" lang="en-US" sz="1000" u="none" cap="none" strike="noStrike">
                <a:solidFill>
                  <a:srgbClr val="000000"/>
                </a:solidFill>
                <a:latin typeface="Calibri"/>
                <a:ea typeface="Calibri"/>
                <a:cs typeface="Calibri"/>
                <a:sym typeface="Calibri"/>
              </a:rPr>
              <a:t>‹#›</a:t>
            </a:fld>
            <a:endParaRPr b="0" i="0" sz="10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b="1" lang="en-US"/>
              <a:t>Questions</a:t>
            </a:r>
            <a:endParaRPr/>
          </a:p>
          <a:p>
            <a:pPr indent="-228600" lvl="0" marL="228600" rtl="0" algn="l">
              <a:spcBef>
                <a:spcPts val="0"/>
              </a:spcBef>
              <a:spcAft>
                <a:spcPts val="0"/>
              </a:spcAft>
              <a:buClr>
                <a:schemeClr val="dk1"/>
              </a:buClr>
              <a:buSzPts val="1200"/>
              <a:buFont typeface="Arial"/>
              <a:buAutoNum type="arabicParenR"/>
            </a:pPr>
            <a:r>
              <a:rPr lang="en-US"/>
              <a:t>If you do use grip strength, how do you use it in your clinical practice to measure treatment response and inform clinical decisions?</a:t>
            </a:r>
            <a:endParaRPr/>
          </a:p>
          <a:p>
            <a:pPr indent="-228600" lvl="1" marL="685800" rtl="0" algn="l">
              <a:spcBef>
                <a:spcPts val="0"/>
              </a:spcBef>
              <a:spcAft>
                <a:spcPts val="0"/>
              </a:spcAft>
              <a:buClr>
                <a:schemeClr val="dk1"/>
              </a:buClr>
              <a:buSzPts val="1200"/>
              <a:buFont typeface="Arial"/>
              <a:buChar char="•"/>
            </a:pPr>
            <a:r>
              <a:rPr lang="en-US"/>
              <a:t>Which hand do you use for testing, or do you use both?</a:t>
            </a:r>
            <a:endParaRPr/>
          </a:p>
          <a:p>
            <a:pPr indent="0" lvl="0" marL="0" rtl="0" algn="l">
              <a:spcBef>
                <a:spcPts val="0"/>
              </a:spcBef>
              <a:spcAft>
                <a:spcPts val="0"/>
              </a:spcAft>
              <a:buClr>
                <a:schemeClr val="dk1"/>
              </a:buClr>
              <a:buSzPts val="1200"/>
              <a:buFont typeface="Arial"/>
              <a:buNone/>
            </a:pPr>
            <a:r>
              <a:t/>
            </a:r>
            <a:endParaRPr b="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Question:</a:t>
            </a:r>
            <a:endParaRPr/>
          </a:p>
          <a:p>
            <a:pPr indent="0" lvl="0" marL="0" rtl="0" algn="l">
              <a:spcBef>
                <a:spcPts val="0"/>
              </a:spcBef>
              <a:spcAft>
                <a:spcPts val="0"/>
              </a:spcAft>
              <a:buNone/>
            </a:pPr>
            <a:r>
              <a:rPr b="0" lang="en-US"/>
              <a:t>If a patient improves their grip strength, what specific tasks does this improvement usually correlate with (eg, holding a pen)?</a:t>
            </a:r>
            <a:endParaRPr/>
          </a:p>
        </p:txBody>
      </p:sp>
      <p:sp>
        <p:nvSpPr>
          <p:cNvPr id="347" name="Google Shape;3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rPr b="1" lang="en-US"/>
              <a:t>Questions</a:t>
            </a:r>
            <a:endParaRPr/>
          </a:p>
          <a:p>
            <a:pPr indent="-228600" lvl="0" marL="228600" rtl="0" algn="l">
              <a:spcBef>
                <a:spcPts val="0"/>
              </a:spcBef>
              <a:spcAft>
                <a:spcPts val="0"/>
              </a:spcAft>
              <a:buClr>
                <a:schemeClr val="dk1"/>
              </a:buClr>
              <a:buSzPts val="1200"/>
              <a:buFont typeface="Arial"/>
              <a:buAutoNum type="arabicParenR"/>
            </a:pPr>
            <a:r>
              <a:rPr b="0" lang="en-US"/>
              <a:t>What are your thoughts on these data from the ADHERE trial?</a:t>
            </a:r>
            <a:endParaRPr/>
          </a:p>
          <a:p>
            <a:pPr indent="-228600" lvl="0" marL="228600" rtl="0" algn="l">
              <a:spcBef>
                <a:spcPts val="0"/>
              </a:spcBef>
              <a:spcAft>
                <a:spcPts val="0"/>
              </a:spcAft>
              <a:buClr>
                <a:schemeClr val="dk1"/>
              </a:buClr>
              <a:buSzPts val="1200"/>
              <a:buFont typeface="Arial"/>
              <a:buAutoNum type="arabicParenR"/>
            </a:pPr>
            <a:r>
              <a:rPr b="0" lang="en-US"/>
              <a:t>When using grip strength to help make clinical decisions, what are the cut-off values for changing a treatment course?</a:t>
            </a:r>
            <a:endParaRPr/>
          </a:p>
          <a:p>
            <a:pPr indent="0" lvl="0" marL="0" rtl="0" algn="l">
              <a:spcBef>
                <a:spcPts val="0"/>
              </a:spcBef>
              <a:spcAft>
                <a:spcPts val="0"/>
              </a:spcAft>
              <a:buClr>
                <a:schemeClr val="dk1"/>
              </a:buClr>
              <a:buSzPts val="1200"/>
              <a:buFont typeface="Arial"/>
              <a:buNone/>
            </a:pPr>
            <a:r>
              <a:t/>
            </a:r>
            <a:endParaRPr b="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800"/>
              </a:spcBef>
              <a:spcAft>
                <a:spcPts val="0"/>
              </a:spcAft>
              <a:buClr>
                <a:schemeClr val="dk1"/>
              </a:buClr>
              <a:buSzPts val="1200"/>
              <a:buFont typeface="Arial"/>
              <a:buNone/>
            </a:pPr>
            <a:r>
              <a:rPr b="1" lang="en-US" sz="1200">
                <a:solidFill>
                  <a:schemeClr val="dk1"/>
                </a:solidFill>
              </a:rPr>
              <a:t>Rationale:</a:t>
            </a:r>
            <a:r>
              <a:rPr lang="en-US" sz="1200">
                <a:solidFill>
                  <a:schemeClr val="dk1"/>
                </a:solidFill>
              </a:rPr>
              <a:t> highlights speed of efficacy with VYVGART Hytrulo</a:t>
            </a:r>
            <a:endParaRPr sz="1200">
              <a:solidFill>
                <a:schemeClr val="dk1"/>
              </a:solidFill>
            </a:endParaRPr>
          </a:p>
          <a:p>
            <a:pPr indent="0" lvl="0" marL="0" rtl="0" algn="l">
              <a:lnSpc>
                <a:spcPct val="115000"/>
              </a:lnSpc>
              <a:spcBef>
                <a:spcPts val="0"/>
              </a:spcBef>
              <a:spcAft>
                <a:spcPts val="0"/>
              </a:spcAft>
              <a:buClr>
                <a:schemeClr val="dk1"/>
              </a:buClr>
              <a:buSzPts val="1200"/>
              <a:buFont typeface="Arial"/>
              <a:buNone/>
            </a:pPr>
            <a:r>
              <a:t/>
            </a:r>
            <a:endParaRPr b="1" i="1">
              <a:solidFill>
                <a:schemeClr val="dk1"/>
              </a:solidFill>
            </a:endParaRPr>
          </a:p>
          <a:p>
            <a:pPr indent="0" lvl="0" marL="0" rtl="0" algn="l">
              <a:lnSpc>
                <a:spcPct val="115000"/>
              </a:lnSpc>
              <a:spcBef>
                <a:spcPts val="0"/>
              </a:spcBef>
              <a:spcAft>
                <a:spcPts val="0"/>
              </a:spcAft>
              <a:buClr>
                <a:schemeClr val="dk1"/>
              </a:buClr>
              <a:buSzPts val="1200"/>
              <a:buFont typeface="Arial"/>
              <a:buNone/>
            </a:pPr>
            <a:r>
              <a:rPr b="1" i="1" lang="en-US">
                <a:solidFill>
                  <a:schemeClr val="dk1"/>
                </a:solidFill>
              </a:rPr>
              <a:t>Note: </a:t>
            </a:r>
            <a:r>
              <a:rPr i="1" lang="en-US">
                <a:solidFill>
                  <a:schemeClr val="dk1"/>
                </a:solidFill>
              </a:rPr>
              <a:t>Time to first grip strength improvement may be slower and not as compelling as “time to first improvement” that’s currently included in the IVA, given that “time to first improvement” was calculated based on improvement on INCAT, I-RODS, or grip strength. </a:t>
            </a:r>
            <a:endParaRPr i="1">
              <a:solidFill>
                <a:schemeClr val="dk1"/>
              </a:solidFill>
            </a:endParaRPr>
          </a:p>
          <a:p>
            <a:pPr indent="0" lvl="0" marL="0" rtl="0" algn="l">
              <a:lnSpc>
                <a:spcPct val="115000"/>
              </a:lnSpc>
              <a:spcBef>
                <a:spcPts val="0"/>
              </a:spcBef>
              <a:spcAft>
                <a:spcPts val="0"/>
              </a:spcAft>
              <a:buClr>
                <a:schemeClr val="dk1"/>
              </a:buClr>
              <a:buSzPts val="1200"/>
              <a:buFont typeface="Arial"/>
              <a:buNone/>
            </a:pPr>
            <a:r>
              <a:t/>
            </a:r>
            <a:endParaRPr i="1">
              <a:solidFill>
                <a:schemeClr val="dk1"/>
              </a:solidFill>
            </a:endParaRPr>
          </a:p>
          <a:p>
            <a:pPr indent="0" lvl="0" marL="0" rtl="0" algn="l">
              <a:lnSpc>
                <a:spcPct val="115000"/>
              </a:lnSpc>
              <a:spcBef>
                <a:spcPts val="0"/>
              </a:spcBef>
              <a:spcAft>
                <a:spcPts val="0"/>
              </a:spcAft>
              <a:buClr>
                <a:schemeClr val="dk1"/>
              </a:buClr>
              <a:buSzPts val="1200"/>
              <a:buFont typeface="Arial"/>
              <a:buNone/>
            </a:pPr>
            <a:r>
              <a:rPr i="1" lang="en-US">
                <a:solidFill>
                  <a:schemeClr val="dk1"/>
                </a:solidFill>
              </a:rPr>
              <a:t>It would be helpful to compare time to first grip strength improvement with time to first aINCAT improvement (≥1 point improvement) in Stage A and Time to first I-RODs improvement (≥4 points improvement) in Stage A.</a:t>
            </a:r>
            <a:endParaRPr i="1">
              <a:solidFill>
                <a:schemeClr val="dk1"/>
              </a:solidFill>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b="1" lang="en-US"/>
              <a:t>Questions</a:t>
            </a:r>
            <a:endParaRPr/>
          </a:p>
          <a:p>
            <a:pPr indent="-228600" lvl="0" marL="228600" marR="0" rtl="0" algn="l">
              <a:lnSpc>
                <a:spcPct val="100000"/>
              </a:lnSpc>
              <a:spcBef>
                <a:spcPts val="0"/>
              </a:spcBef>
              <a:spcAft>
                <a:spcPts val="0"/>
              </a:spcAft>
              <a:buClr>
                <a:schemeClr val="dk1"/>
              </a:buClr>
              <a:buSzPts val="1200"/>
              <a:buFont typeface="Arial"/>
              <a:buAutoNum type="arabicParenR"/>
            </a:pPr>
            <a:r>
              <a:rPr lang="en-US"/>
              <a:t>If a patient improves in their grip strength, what other improvements does this typically corelate with?</a:t>
            </a:r>
            <a:endParaRPr/>
          </a:p>
          <a:p>
            <a:pPr indent="-228600" lvl="0" marL="228600" marR="0" rtl="0" algn="l">
              <a:lnSpc>
                <a:spcPct val="100000"/>
              </a:lnSpc>
              <a:spcBef>
                <a:spcPts val="0"/>
              </a:spcBef>
              <a:spcAft>
                <a:spcPts val="0"/>
              </a:spcAft>
              <a:buClr>
                <a:schemeClr val="dk1"/>
              </a:buClr>
              <a:buSzPts val="1200"/>
              <a:buFont typeface="Arial"/>
              <a:buAutoNum type="arabicParenR"/>
            </a:pPr>
            <a:r>
              <a:rPr lang="en-US"/>
              <a:t>What are your thoughts on the relative speeds of improvement in each measure?</a:t>
            </a:r>
            <a:endParaRPr/>
          </a:p>
          <a:p>
            <a:pPr indent="0" lvl="0" marL="0" rtl="0" algn="l">
              <a:spcBef>
                <a:spcPts val="0"/>
              </a:spcBef>
              <a:spcAft>
                <a:spcPts val="0"/>
              </a:spcAft>
              <a:buClr>
                <a:schemeClr val="dk1"/>
              </a:buClr>
              <a:buSzPts val="1200"/>
              <a:buFont typeface="Arial"/>
              <a:buNone/>
            </a:pPr>
            <a:r>
              <a:t/>
            </a:r>
            <a:endParaRPr b="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4800" lvl="0" marL="457200" rtl="0" algn="l">
              <a:lnSpc>
                <a:spcPct val="120000"/>
              </a:lnSpc>
              <a:spcBef>
                <a:spcPts val="800"/>
              </a:spcBef>
              <a:spcAft>
                <a:spcPts val="0"/>
              </a:spcAft>
              <a:buClr>
                <a:srgbClr val="156082"/>
              </a:buClr>
              <a:buSzPts val="1200"/>
              <a:buFont typeface="Arial"/>
              <a:buChar char="●"/>
            </a:pPr>
            <a:r>
              <a:rPr b="1" lang="en-US" sz="1200">
                <a:solidFill>
                  <a:schemeClr val="dk1"/>
                </a:solidFill>
              </a:rPr>
              <a:t>Rationale:</a:t>
            </a:r>
            <a:r>
              <a:rPr lang="en-US" sz="1200">
                <a:solidFill>
                  <a:schemeClr val="dk1"/>
                </a:solidFill>
              </a:rPr>
              <a:t> highlights durability of grip strength improvement with continued treatment</a:t>
            </a:r>
            <a:endParaRPr sz="1200">
              <a:solidFill>
                <a:schemeClr val="dk1"/>
              </a:solidFill>
            </a:endParaRPr>
          </a:p>
          <a:p>
            <a:pPr indent="0" lvl="0" marL="0" rtl="0" algn="l">
              <a:spcBef>
                <a:spcPts val="0"/>
              </a:spcBef>
              <a:spcAft>
                <a:spcPts val="0"/>
              </a:spcAft>
              <a:buClr>
                <a:schemeClr val="dk1"/>
              </a:buClr>
              <a:buSzPts val="1200"/>
              <a:buFont typeface="Arial"/>
              <a:buNone/>
            </a:pPr>
            <a:r>
              <a:rPr b="1" lang="en-US"/>
              <a:t>Questions:</a:t>
            </a:r>
            <a:endParaRPr/>
          </a:p>
          <a:p>
            <a:pPr indent="0" lvl="0" marL="0" rtl="0" algn="l">
              <a:spcBef>
                <a:spcPts val="0"/>
              </a:spcBef>
              <a:spcAft>
                <a:spcPts val="0"/>
              </a:spcAft>
              <a:buClr>
                <a:schemeClr val="dk1"/>
              </a:buClr>
              <a:buSzPts val="1200"/>
              <a:buFont typeface="Arial"/>
              <a:buNone/>
            </a:pPr>
            <a:r>
              <a:rPr b="0" lang="en-US"/>
              <a:t>What are your thoughts on the use of a 16 kPa cut-off instead of 8 for a clinically meaningful improvement?</a:t>
            </a:r>
            <a:endParaRPr b="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1" name="Google Shape;92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800"/>
              </a:spcBef>
              <a:spcAft>
                <a:spcPts val="0"/>
              </a:spcAft>
              <a:buClr>
                <a:schemeClr val="dk1"/>
              </a:buClr>
              <a:buSzPts val="1200"/>
              <a:buFont typeface="Arial"/>
              <a:buNone/>
            </a:pPr>
            <a:r>
              <a:rPr b="1" lang="en-US" sz="1200">
                <a:solidFill>
                  <a:schemeClr val="dk1"/>
                </a:solidFill>
              </a:rPr>
              <a:t>Rationale:</a:t>
            </a:r>
            <a:r>
              <a:rPr lang="en-US" sz="1200">
                <a:solidFill>
                  <a:schemeClr val="dk1"/>
                </a:solidFill>
              </a:rPr>
              <a:t> showcases long-term improvement in grip strength with VYVGART Hytrulo</a:t>
            </a:r>
            <a:endParaRPr sz="1200">
              <a:solidFill>
                <a:schemeClr val="dk1"/>
              </a:solidFill>
            </a:endParaRPr>
          </a:p>
          <a:p>
            <a:pPr indent="0" lvl="0" marL="0" rtl="0" algn="l">
              <a:spcBef>
                <a:spcPts val="0"/>
              </a:spcBef>
              <a:spcAft>
                <a:spcPts val="0"/>
              </a:spcAft>
              <a:buClr>
                <a:schemeClr val="dk1"/>
              </a:buClr>
              <a:buSzPts val="1200"/>
              <a:buFont typeface="Arial"/>
              <a:buNone/>
            </a:pPr>
            <a:r>
              <a:t/>
            </a:r>
            <a:endParaRPr sz="1200"/>
          </a:p>
          <a:p>
            <a:pPr indent="0" lvl="0" marL="0" rtl="0" algn="l">
              <a:lnSpc>
                <a:spcPct val="115000"/>
              </a:lnSpc>
              <a:spcBef>
                <a:spcPts val="0"/>
              </a:spcBef>
              <a:spcAft>
                <a:spcPts val="0"/>
              </a:spcAft>
              <a:buClr>
                <a:schemeClr val="dk1"/>
              </a:buClr>
              <a:buSzPts val="1100"/>
              <a:buFont typeface="Arial"/>
              <a:buNone/>
            </a:pPr>
            <a:r>
              <a:rPr b="1" i="1" lang="en-US" sz="1200">
                <a:solidFill>
                  <a:schemeClr val="dk1"/>
                </a:solidFill>
              </a:rPr>
              <a:t>Note:</a:t>
            </a:r>
            <a:r>
              <a:rPr i="1" lang="en-US" sz="1200">
                <a:solidFill>
                  <a:schemeClr val="dk1"/>
                </a:solidFill>
              </a:rPr>
              <a:t> We can leverage the AAN 2025 presentation by removing the run-in baseline. However, the stats team may be able to provide us a dataset with a larger sample size, since not every patient had a documented run-in baseline measurement</a:t>
            </a:r>
            <a:endParaRPr sz="1200">
              <a:solidFill>
                <a:schemeClr val="dk1"/>
              </a:solidFill>
            </a:endParaRPr>
          </a:p>
          <a:p>
            <a:pPr indent="0" lvl="0" marL="0" rtl="0" algn="l">
              <a:spcBef>
                <a:spcPts val="0"/>
              </a:spcBef>
              <a:spcAft>
                <a:spcPts val="0"/>
              </a:spcAft>
              <a:buClr>
                <a:schemeClr val="dk1"/>
              </a:buClr>
              <a:buSzPts val="1200"/>
              <a:buFont typeface="Arial"/>
              <a:buNone/>
            </a:pPr>
            <a:r>
              <a:t/>
            </a:r>
            <a:endParaRPr sz="1200"/>
          </a:p>
          <a:p>
            <a:pPr indent="0" lvl="0" marL="0" rtl="0" algn="l">
              <a:spcBef>
                <a:spcPts val="0"/>
              </a:spcBef>
              <a:spcAft>
                <a:spcPts val="0"/>
              </a:spcAft>
              <a:buClr>
                <a:schemeClr val="dk1"/>
              </a:buClr>
              <a:buSzPts val="1200"/>
              <a:buFont typeface="Arial"/>
              <a:buNone/>
            </a:pPr>
            <a:r>
              <a:rPr b="1" lang="en-US" sz="1200"/>
              <a:t>Question</a:t>
            </a:r>
            <a:endParaRPr/>
          </a:p>
          <a:p>
            <a:pPr indent="0" lvl="0" marL="0" marR="0" rtl="0" algn="l">
              <a:lnSpc>
                <a:spcPct val="100000"/>
              </a:lnSpc>
              <a:spcBef>
                <a:spcPts val="0"/>
              </a:spcBef>
              <a:spcAft>
                <a:spcPts val="0"/>
              </a:spcAft>
              <a:buClr>
                <a:schemeClr val="dk1"/>
              </a:buClr>
              <a:buSzPts val="1200"/>
              <a:buFont typeface="Arial"/>
              <a:buNone/>
            </a:pPr>
            <a:r>
              <a:rPr lang="en-US"/>
              <a:t>How do the data presented change your opinion on the efficacy of efgartigimod in CIDP?</a:t>
            </a:r>
            <a:endParaRPr/>
          </a:p>
          <a:p>
            <a:pPr indent="0" lvl="0" marL="0" rtl="0" algn="l">
              <a:spcBef>
                <a:spcPts val="0"/>
              </a:spcBef>
              <a:spcAft>
                <a:spcPts val="0"/>
              </a:spcAft>
              <a:buClr>
                <a:schemeClr val="dk1"/>
              </a:buClr>
              <a:buSzPts val="1200"/>
              <a:buFont typeface="Arial"/>
              <a:buNone/>
            </a:pPr>
            <a:r>
              <a:t/>
            </a:r>
            <a:endParaRPr b="0"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2" name="Google Shape;22;p13"/>
          <p:cNvPicPr preferRelativeResize="0"/>
          <p:nvPr/>
        </p:nvPicPr>
        <p:blipFill rotWithShape="1">
          <a:blip r:embed="rId2">
            <a:alphaModFix/>
          </a:blip>
          <a:srcRect b="-12" l="0" r="0" t="0"/>
          <a:stretch/>
        </p:blipFill>
        <p:spPr>
          <a:xfrm>
            <a:off x="1525" y="858"/>
            <a:ext cx="12188951" cy="6857142"/>
          </a:xfrm>
          <a:prstGeom prst="rect">
            <a:avLst/>
          </a:prstGeom>
          <a:noFill/>
          <a:ln>
            <a:noFill/>
          </a:ln>
        </p:spPr>
      </p:pic>
      <p:sp>
        <p:nvSpPr>
          <p:cNvPr id="23" name="Google Shape;23;p13"/>
          <p:cNvSpPr txBox="1"/>
          <p:nvPr>
            <p:ph type="title"/>
          </p:nvPr>
        </p:nvSpPr>
        <p:spPr>
          <a:xfrm>
            <a:off x="831850" y="1709738"/>
            <a:ext cx="6858488"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Arial"/>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3"/>
          <p:cNvSpPr txBox="1"/>
          <p:nvPr>
            <p:ph idx="1" type="body"/>
          </p:nvPr>
        </p:nvSpPr>
        <p:spPr>
          <a:xfrm>
            <a:off x="831850" y="4589463"/>
            <a:ext cx="6858488" cy="8969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SzPts val="2400"/>
              <a:buNone/>
              <a:defRPr sz="2400">
                <a:solidFill>
                  <a:schemeClr val="accent4"/>
                </a:solidFill>
              </a:defRPr>
            </a:lvl1pPr>
            <a:lvl2pPr indent="-228600" lvl="1" marL="914400" algn="l">
              <a:lnSpc>
                <a:spcPct val="90000"/>
              </a:lnSpc>
              <a:spcBef>
                <a:spcPts val="500"/>
              </a:spcBef>
              <a:spcAft>
                <a:spcPts val="0"/>
              </a:spcAft>
              <a:buSzPts val="2000"/>
              <a:buNone/>
              <a:defRPr sz="2000">
                <a:solidFill>
                  <a:srgbClr val="757575"/>
                </a:solidFill>
              </a:defRPr>
            </a:lvl2pPr>
            <a:lvl3pPr indent="-228600" lvl="2" marL="1371600" algn="l">
              <a:lnSpc>
                <a:spcPct val="90000"/>
              </a:lnSpc>
              <a:spcBef>
                <a:spcPts val="500"/>
              </a:spcBef>
              <a:spcAft>
                <a:spcPts val="0"/>
              </a:spcAft>
              <a:buSzPts val="1800"/>
              <a:buNone/>
              <a:defRPr sz="1800">
                <a:solidFill>
                  <a:srgbClr val="757575"/>
                </a:solidFill>
              </a:defRPr>
            </a:lvl3pPr>
            <a:lvl4pPr indent="-228600" lvl="3" marL="1828800" algn="l">
              <a:lnSpc>
                <a:spcPct val="90000"/>
              </a:lnSpc>
              <a:spcBef>
                <a:spcPts val="500"/>
              </a:spcBef>
              <a:spcAft>
                <a:spcPts val="0"/>
              </a:spcAft>
              <a:buSzPts val="1600"/>
              <a:buNone/>
              <a:defRPr sz="1600">
                <a:solidFill>
                  <a:srgbClr val="757575"/>
                </a:solidFill>
              </a:defRPr>
            </a:lvl4pPr>
            <a:lvl5pPr indent="-228600" lvl="4" marL="2286000" algn="l">
              <a:lnSpc>
                <a:spcPct val="90000"/>
              </a:lnSpc>
              <a:spcBef>
                <a:spcPts val="500"/>
              </a:spcBef>
              <a:spcAft>
                <a:spcPts val="0"/>
              </a:spcAft>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pic>
        <p:nvPicPr>
          <p:cNvPr id="25" name="Google Shape;25;p13"/>
          <p:cNvPicPr preferRelativeResize="0"/>
          <p:nvPr/>
        </p:nvPicPr>
        <p:blipFill rotWithShape="1">
          <a:blip r:embed="rId3">
            <a:alphaModFix/>
          </a:blip>
          <a:srcRect b="0" l="0" r="0" t="0"/>
          <a:stretch/>
        </p:blipFill>
        <p:spPr>
          <a:xfrm>
            <a:off x="265176" y="5842200"/>
            <a:ext cx="2655418" cy="603504"/>
          </a:xfrm>
          <a:prstGeom prst="rect">
            <a:avLst/>
          </a:prstGeom>
          <a:noFill/>
          <a:ln>
            <a:noFill/>
          </a:ln>
        </p:spPr>
      </p:pic>
      <p:sp>
        <p:nvSpPr>
          <p:cNvPr id="26" name="Google Shape;26;p13"/>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27" name="Google Shape;27;p13"/>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28" name="Google Shape;28;p13"/>
          <p:cNvSpPr txBox="1"/>
          <p:nvPr/>
        </p:nvSpPr>
        <p:spPr>
          <a:xfrm>
            <a:off x="7675847" y="6678850"/>
            <a:ext cx="10758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Arial"/>
              <a:buNone/>
            </a:pPr>
            <a:r>
              <a:rPr lang="en-US" sz="800">
                <a:solidFill>
                  <a:schemeClr val="dk1"/>
                </a:solidFill>
                <a:latin typeface="Arial"/>
                <a:ea typeface="Arial"/>
                <a:cs typeface="Arial"/>
                <a:sym typeface="Arial"/>
              </a:rPr>
              <a:t>OCT-2025</a:t>
            </a:r>
            <a:endParaRPr/>
          </a:p>
          <a:p>
            <a:pPr indent="0" lvl="0" marL="0" marR="0" rtl="0" algn="l">
              <a:spcBef>
                <a:spcPts val="0"/>
              </a:spcBef>
              <a:spcAft>
                <a:spcPts val="0"/>
              </a:spcAft>
              <a:buNone/>
            </a:pPr>
            <a:r>
              <a:t/>
            </a:r>
            <a:endParaRPr sz="800">
              <a:solidFill>
                <a:schemeClr val="dk1"/>
              </a:solidFill>
              <a:latin typeface="Arial"/>
              <a:ea typeface="Arial"/>
              <a:cs typeface="Arial"/>
              <a:sym typeface="Arial"/>
            </a:endParaRPr>
          </a:p>
        </p:txBody>
      </p:sp>
      <p:sp>
        <p:nvSpPr>
          <p:cNvPr id="29" name="Google Shape;29;p13"/>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14"/>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4"/>
          <p:cNvSpPr txBox="1"/>
          <p:nvPr>
            <p:ph idx="1" type="body"/>
          </p:nvPr>
        </p:nvSpPr>
        <p:spPr>
          <a:xfrm>
            <a:off x="265176" y="1470991"/>
            <a:ext cx="11660124" cy="472108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4"/>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4" name="Google Shape;34;p14"/>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15"/>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5"/>
          <p:cNvSpPr txBox="1"/>
          <p:nvPr>
            <p:ph idx="11" type="ftr"/>
          </p:nvPr>
        </p:nvSpPr>
        <p:spPr>
          <a:xfrm>
            <a:off x="263525" y="6206453"/>
            <a:ext cx="11344832" cy="384847"/>
          </a:xfrm>
          <a:prstGeom prst="rect">
            <a:avLst/>
          </a:prstGeom>
          <a:noFill/>
          <a:ln>
            <a:noFill/>
          </a:ln>
        </p:spPr>
        <p:txBody>
          <a:bodyPr anchorCtr="0" anchor="b" bIns="0" lIns="0"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15"/>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9" name="Shape 39"/>
        <p:cNvGrpSpPr/>
        <p:nvPr/>
      </p:nvGrpSpPr>
      <p:grpSpPr>
        <a:xfrm>
          <a:off x="0" y="0"/>
          <a:ext cx="0" cy="0"/>
          <a:chOff x="0" y="0"/>
          <a:chExt cx="0" cy="0"/>
        </a:xfrm>
      </p:grpSpPr>
      <p:sp>
        <p:nvSpPr>
          <p:cNvPr id="40" name="Google Shape;40;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1" name="Google Shape;41;p16"/>
          <p:cNvPicPr preferRelativeResize="0"/>
          <p:nvPr/>
        </p:nvPicPr>
        <p:blipFill rotWithShape="1">
          <a:blip r:embed="rId2">
            <a:alphaModFix/>
          </a:blip>
          <a:srcRect b="0" l="0" r="0" t="0"/>
          <a:stretch/>
        </p:blipFill>
        <p:spPr>
          <a:xfrm>
            <a:off x="3048" y="0"/>
            <a:ext cx="12188952" cy="6858000"/>
          </a:xfrm>
          <a:prstGeom prst="rect">
            <a:avLst/>
          </a:prstGeom>
          <a:noFill/>
          <a:ln>
            <a:noFill/>
          </a:ln>
        </p:spPr>
      </p:pic>
      <p:sp>
        <p:nvSpPr>
          <p:cNvPr id="42" name="Google Shape;42;p16"/>
          <p:cNvSpPr txBox="1"/>
          <p:nvPr>
            <p:ph type="ctrTitle"/>
          </p:nvPr>
        </p:nvSpPr>
        <p:spPr>
          <a:xfrm>
            <a:off x="1195754" y="2788920"/>
            <a:ext cx="7104184" cy="129844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6"/>
          <p:cNvSpPr txBox="1"/>
          <p:nvPr>
            <p:ph idx="1" type="subTitle"/>
          </p:nvPr>
        </p:nvSpPr>
        <p:spPr>
          <a:xfrm>
            <a:off x="1195754" y="4087368"/>
            <a:ext cx="7104184" cy="9202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SzPts val="2400"/>
              <a:buNone/>
              <a:defRPr sz="2400">
                <a:solidFill>
                  <a:schemeClr val="dk2"/>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44" name="Google Shape;44;p16"/>
          <p:cNvPicPr preferRelativeResize="0"/>
          <p:nvPr/>
        </p:nvPicPr>
        <p:blipFill rotWithShape="1">
          <a:blip r:embed="rId3">
            <a:alphaModFix/>
          </a:blip>
          <a:srcRect b="0" l="0" r="0" t="0"/>
          <a:stretch/>
        </p:blipFill>
        <p:spPr>
          <a:xfrm>
            <a:off x="657564" y="1469386"/>
            <a:ext cx="4073186" cy="1033272"/>
          </a:xfrm>
          <a:prstGeom prst="rect">
            <a:avLst/>
          </a:prstGeom>
          <a:noFill/>
          <a:ln>
            <a:noFill/>
          </a:ln>
        </p:spPr>
      </p:pic>
      <p:sp>
        <p:nvSpPr>
          <p:cNvPr id="45" name="Google Shape;45;p16"/>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
        <p:nvSpPr>
          <p:cNvPr id="46" name="Google Shape;46;p16"/>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47" name="Google Shape;47;p16"/>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48" name="Google Shape;48;p16"/>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reaker">
  <p:cSld name="Blank breaker">
    <p:spTree>
      <p:nvGrpSpPr>
        <p:cNvPr id="49" name="Shape 49"/>
        <p:cNvGrpSpPr/>
        <p:nvPr/>
      </p:nvGrpSpPr>
      <p:grpSpPr>
        <a:xfrm>
          <a:off x="0" y="0"/>
          <a:ext cx="0" cy="0"/>
          <a:chOff x="0" y="0"/>
          <a:chExt cx="0" cy="0"/>
        </a:xfrm>
      </p:grpSpPr>
      <p:sp>
        <p:nvSpPr>
          <p:cNvPr id="50" name="Google Shape;50;p1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1" name="Google Shape;51;p17"/>
          <p:cNvPicPr preferRelativeResize="0"/>
          <p:nvPr/>
        </p:nvPicPr>
        <p:blipFill rotWithShape="1">
          <a:blip r:embed="rId2">
            <a:alphaModFix/>
          </a:blip>
          <a:srcRect b="0" l="0" r="0" t="0"/>
          <a:stretch/>
        </p:blipFill>
        <p:spPr>
          <a:xfrm>
            <a:off x="1524" y="0"/>
            <a:ext cx="12188952" cy="6858000"/>
          </a:xfrm>
          <a:prstGeom prst="rect">
            <a:avLst/>
          </a:prstGeom>
          <a:noFill/>
          <a:ln>
            <a:noFill/>
          </a:ln>
        </p:spPr>
      </p:pic>
      <p:sp>
        <p:nvSpPr>
          <p:cNvPr id="52" name="Google Shape;52;p17"/>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
        <p:nvSpPr>
          <p:cNvPr id="53" name="Google Shape;53;p17"/>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54" name="Google Shape;54;p17"/>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55" name="Google Shape;55;p17"/>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
  <p:cSld name="Discussion">
    <p:spTree>
      <p:nvGrpSpPr>
        <p:cNvPr id="56" name="Shape 56"/>
        <p:cNvGrpSpPr/>
        <p:nvPr/>
      </p:nvGrpSpPr>
      <p:grpSpPr>
        <a:xfrm>
          <a:off x="0" y="0"/>
          <a:ext cx="0" cy="0"/>
          <a:chOff x="0" y="0"/>
          <a:chExt cx="0" cy="0"/>
        </a:xfrm>
      </p:grpSpPr>
      <p:sp>
        <p:nvSpPr>
          <p:cNvPr id="57" name="Google Shape;57;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8" name="Google Shape;58;p18"/>
          <p:cNvPicPr preferRelativeResize="0"/>
          <p:nvPr/>
        </p:nvPicPr>
        <p:blipFill rotWithShape="1">
          <a:blip r:embed="rId2">
            <a:alphaModFix/>
          </a:blip>
          <a:srcRect b="0" l="0" r="0" t="0"/>
          <a:stretch/>
        </p:blipFill>
        <p:spPr>
          <a:xfrm>
            <a:off x="1525" y="858"/>
            <a:ext cx="12188951" cy="6856285"/>
          </a:xfrm>
          <a:prstGeom prst="rect">
            <a:avLst/>
          </a:prstGeom>
          <a:noFill/>
          <a:ln>
            <a:noFill/>
          </a:ln>
        </p:spPr>
      </p:pic>
      <p:sp>
        <p:nvSpPr>
          <p:cNvPr id="59" name="Google Shape;59;p18"/>
          <p:cNvSpPr/>
          <p:nvPr/>
        </p:nvSpPr>
        <p:spPr>
          <a:xfrm>
            <a:off x="232117" y="316523"/>
            <a:ext cx="8454683" cy="5859194"/>
          </a:xfrm>
          <a:prstGeom prst="roundRect">
            <a:avLst>
              <a:gd fmla="val 3462" name="adj"/>
            </a:avLst>
          </a:prstGeom>
          <a:solidFill>
            <a:schemeClr val="lt1"/>
          </a:solidFill>
          <a:ln cap="flat" cmpd="sng" w="1905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18"/>
          <p:cNvSpPr txBox="1"/>
          <p:nvPr>
            <p:ph type="title"/>
          </p:nvPr>
        </p:nvSpPr>
        <p:spPr>
          <a:xfrm>
            <a:off x="356616" y="428145"/>
            <a:ext cx="8238744" cy="10058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8"/>
          <p:cNvSpPr txBox="1"/>
          <p:nvPr>
            <p:ph idx="1" type="body"/>
          </p:nvPr>
        </p:nvSpPr>
        <p:spPr>
          <a:xfrm>
            <a:off x="356616" y="1541330"/>
            <a:ext cx="8238744" cy="454294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18"/>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id="64" name="Google Shape;64;p18"/>
          <p:cNvPicPr preferRelativeResize="0"/>
          <p:nvPr/>
        </p:nvPicPr>
        <p:blipFill rotWithShape="1">
          <a:blip r:embed="rId3">
            <a:alphaModFix/>
          </a:blip>
          <a:srcRect b="34018" l="16993" r="19476" t="28268"/>
          <a:stretch/>
        </p:blipFill>
        <p:spPr>
          <a:xfrm>
            <a:off x="10185400" y="116363"/>
            <a:ext cx="1831787" cy="497523"/>
          </a:xfrm>
          <a:prstGeom prst="rect">
            <a:avLst/>
          </a:prstGeom>
          <a:noFill/>
          <a:ln>
            <a:noFill/>
          </a:ln>
        </p:spPr>
      </p:pic>
      <p:sp>
        <p:nvSpPr>
          <p:cNvPr id="65" name="Google Shape;65;p18"/>
          <p:cNvSpPr/>
          <p:nvPr/>
        </p:nvSpPr>
        <p:spPr>
          <a:xfrm>
            <a:off x="11739880" y="6386463"/>
            <a:ext cx="320655" cy="320655"/>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 name="Google Shape;66;p18"/>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7" name="Google Shape;67;p18"/>
          <p:cNvSpPr/>
          <p:nvPr/>
        </p:nvSpPr>
        <p:spPr>
          <a:xfrm>
            <a:off x="8705384" y="852742"/>
            <a:ext cx="3486615" cy="515251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0">
                <a:solidFill>
                  <a:schemeClr val="lt1"/>
                </a:solidFill>
                <a:latin typeface="Arial"/>
                <a:ea typeface="Arial"/>
                <a:cs typeface="Arial"/>
                <a:sym typeface="Arial"/>
              </a:rPr>
              <a:t>?</a:t>
            </a:r>
            <a:endParaRPr/>
          </a:p>
        </p:txBody>
      </p:sp>
      <p:sp>
        <p:nvSpPr>
          <p:cNvPr id="68" name="Google Shape;68;p18"/>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69" name="Google Shape;69;p18"/>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70" name="Google Shape;70;p18"/>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
        <p:nvSpPr>
          <p:cNvPr id="71" name="Google Shape;71;p18"/>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ussion-Light Blue">
  <p:cSld name="Discussion-Light Blue">
    <p:spTree>
      <p:nvGrpSpPr>
        <p:cNvPr id="72" name="Shape 72"/>
        <p:cNvGrpSpPr/>
        <p:nvPr/>
      </p:nvGrpSpPr>
      <p:grpSpPr>
        <a:xfrm>
          <a:off x="0" y="0"/>
          <a:ext cx="0" cy="0"/>
          <a:chOff x="0" y="0"/>
          <a:chExt cx="0" cy="0"/>
        </a:xfrm>
      </p:grpSpPr>
      <p:sp>
        <p:nvSpPr>
          <p:cNvPr id="73" name="Google Shape;73;p1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4" name="Google Shape;74;p19"/>
          <p:cNvPicPr preferRelativeResize="0"/>
          <p:nvPr/>
        </p:nvPicPr>
        <p:blipFill rotWithShape="1">
          <a:blip r:embed="rId2">
            <a:alphaModFix/>
          </a:blip>
          <a:srcRect b="0" l="0" r="0" t="0"/>
          <a:stretch/>
        </p:blipFill>
        <p:spPr>
          <a:xfrm>
            <a:off x="0" y="-33867"/>
            <a:ext cx="12192000" cy="6943952"/>
          </a:xfrm>
          <a:prstGeom prst="rect">
            <a:avLst/>
          </a:prstGeom>
          <a:noFill/>
          <a:ln>
            <a:noFill/>
          </a:ln>
        </p:spPr>
      </p:pic>
      <p:sp>
        <p:nvSpPr>
          <p:cNvPr id="75" name="Google Shape;75;p19"/>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76" name="Google Shape;76;p19"/>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77" name="Google Shape;77;p19"/>
          <p:cNvSpPr/>
          <p:nvPr/>
        </p:nvSpPr>
        <p:spPr>
          <a:xfrm>
            <a:off x="274981" y="1157467"/>
            <a:ext cx="8454683" cy="5075401"/>
          </a:xfrm>
          <a:prstGeom prst="roundRect">
            <a:avLst>
              <a:gd fmla="val 3462" name="adj"/>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 name="Google Shape;78;p19"/>
          <p:cNvSpPr txBox="1"/>
          <p:nvPr>
            <p:ph type="title"/>
          </p:nvPr>
        </p:nvSpPr>
        <p:spPr>
          <a:xfrm>
            <a:off x="263525" y="355600"/>
            <a:ext cx="8238744" cy="64902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3"/>
              </a:buClr>
              <a:buSzPts val="3200"/>
              <a:buFont typeface="Arial"/>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9"/>
          <p:cNvSpPr txBox="1"/>
          <p:nvPr>
            <p:ph idx="1" type="body"/>
          </p:nvPr>
        </p:nvSpPr>
        <p:spPr>
          <a:xfrm>
            <a:off x="399480" y="1331090"/>
            <a:ext cx="8238744" cy="481034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9"/>
          <p:cNvSpPr/>
          <p:nvPr/>
        </p:nvSpPr>
        <p:spPr>
          <a:xfrm>
            <a:off x="11739880" y="6386463"/>
            <a:ext cx="320655" cy="320655"/>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 name="Google Shape;81;p19"/>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pic>
        <p:nvPicPr>
          <p:cNvPr id="82" name="Google Shape;82;p19"/>
          <p:cNvPicPr preferRelativeResize="0"/>
          <p:nvPr/>
        </p:nvPicPr>
        <p:blipFill rotWithShape="1">
          <a:blip r:embed="rId3">
            <a:alphaModFix/>
          </a:blip>
          <a:srcRect b="34018" l="16993" r="19476" t="28268"/>
          <a:stretch/>
        </p:blipFill>
        <p:spPr>
          <a:xfrm>
            <a:off x="10185400" y="116363"/>
            <a:ext cx="1831787" cy="497523"/>
          </a:xfrm>
          <a:prstGeom prst="rect">
            <a:avLst/>
          </a:prstGeom>
          <a:noFill/>
          <a:ln>
            <a:noFill/>
          </a:ln>
        </p:spPr>
      </p:pic>
      <p:sp>
        <p:nvSpPr>
          <p:cNvPr id="83" name="Google Shape;83;p19"/>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
        <p:nvSpPr>
          <p:cNvPr id="84" name="Google Shape;84;p19"/>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cussion">
  <p:cSld name="1_Discussion">
    <p:spTree>
      <p:nvGrpSpPr>
        <p:cNvPr id="85" name="Shape 85"/>
        <p:cNvGrpSpPr/>
        <p:nvPr/>
      </p:nvGrpSpPr>
      <p:grpSpPr>
        <a:xfrm>
          <a:off x="0" y="0"/>
          <a:ext cx="0" cy="0"/>
          <a:chOff x="0" y="0"/>
          <a:chExt cx="0" cy="0"/>
        </a:xfrm>
      </p:grpSpPr>
      <p:sp>
        <p:nvSpPr>
          <p:cNvPr id="86" name="Google Shape;86;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7" name="Google Shape;87;p20"/>
          <p:cNvPicPr preferRelativeResize="0"/>
          <p:nvPr/>
        </p:nvPicPr>
        <p:blipFill rotWithShape="1">
          <a:blip r:embed="rId2">
            <a:alphaModFix/>
          </a:blip>
          <a:srcRect b="0" l="0" r="0" t="0"/>
          <a:stretch/>
        </p:blipFill>
        <p:spPr>
          <a:xfrm>
            <a:off x="1524" y="858"/>
            <a:ext cx="12188952" cy="6856285"/>
          </a:xfrm>
          <a:prstGeom prst="rect">
            <a:avLst/>
          </a:prstGeom>
          <a:noFill/>
          <a:ln>
            <a:noFill/>
          </a:ln>
        </p:spPr>
      </p:pic>
      <p:sp>
        <p:nvSpPr>
          <p:cNvPr id="88" name="Google Shape;88;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9" name="Google Shape;89;p20"/>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id="90" name="Google Shape;90;p20"/>
          <p:cNvPicPr preferRelativeResize="0"/>
          <p:nvPr/>
        </p:nvPicPr>
        <p:blipFill rotWithShape="1">
          <a:blip r:embed="rId3">
            <a:alphaModFix/>
          </a:blip>
          <a:srcRect b="34018" l="16993" r="19476" t="28268"/>
          <a:stretch/>
        </p:blipFill>
        <p:spPr>
          <a:xfrm>
            <a:off x="10185400" y="116363"/>
            <a:ext cx="1831787" cy="497523"/>
          </a:xfrm>
          <a:prstGeom prst="rect">
            <a:avLst/>
          </a:prstGeom>
          <a:noFill/>
          <a:ln>
            <a:noFill/>
          </a:ln>
        </p:spPr>
      </p:pic>
      <p:sp>
        <p:nvSpPr>
          <p:cNvPr id="91" name="Google Shape;91;p20"/>
          <p:cNvSpPr/>
          <p:nvPr/>
        </p:nvSpPr>
        <p:spPr>
          <a:xfrm>
            <a:off x="11739880" y="6386463"/>
            <a:ext cx="320655" cy="320655"/>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 name="Google Shape;92;p20"/>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3" name="Google Shape;93;p20"/>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94" name="Google Shape;94;p20"/>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pic>
        <p:nvPicPr>
          <p:cNvPr descr="Question Mark with solid fill" id="95" name="Google Shape;95;p20"/>
          <p:cNvPicPr preferRelativeResize="0"/>
          <p:nvPr/>
        </p:nvPicPr>
        <p:blipFill rotWithShape="1">
          <a:blip r:embed="rId4">
            <a:alphaModFix/>
          </a:blip>
          <a:srcRect b="0" l="0" r="0" t="0"/>
          <a:stretch/>
        </p:blipFill>
        <p:spPr>
          <a:xfrm>
            <a:off x="11728018" y="3402100"/>
            <a:ext cx="394539" cy="394539"/>
          </a:xfrm>
          <a:prstGeom prst="rect">
            <a:avLst/>
          </a:prstGeom>
          <a:noFill/>
          <a:ln>
            <a:noFill/>
          </a:ln>
        </p:spPr>
      </p:pic>
      <p:pic>
        <p:nvPicPr>
          <p:cNvPr descr="Question Mark with solid fill" id="96" name="Google Shape;96;p20"/>
          <p:cNvPicPr preferRelativeResize="0"/>
          <p:nvPr/>
        </p:nvPicPr>
        <p:blipFill rotWithShape="1">
          <a:blip r:embed="rId4">
            <a:alphaModFix/>
          </a:blip>
          <a:srcRect b="0" l="0" r="0" t="0"/>
          <a:stretch/>
        </p:blipFill>
        <p:spPr>
          <a:xfrm>
            <a:off x="10853588" y="2642214"/>
            <a:ext cx="278720" cy="278720"/>
          </a:xfrm>
          <a:prstGeom prst="rect">
            <a:avLst/>
          </a:prstGeom>
          <a:noFill/>
          <a:ln>
            <a:noFill/>
          </a:ln>
        </p:spPr>
      </p:pic>
      <p:pic>
        <p:nvPicPr>
          <p:cNvPr descr="Question Mark with solid fill" id="97" name="Google Shape;97;p20"/>
          <p:cNvPicPr preferRelativeResize="0"/>
          <p:nvPr/>
        </p:nvPicPr>
        <p:blipFill rotWithShape="1">
          <a:blip r:embed="rId4">
            <a:alphaModFix/>
          </a:blip>
          <a:srcRect b="0" l="0" r="0" t="0"/>
          <a:stretch/>
        </p:blipFill>
        <p:spPr>
          <a:xfrm>
            <a:off x="9702240" y="2870749"/>
            <a:ext cx="278720" cy="278720"/>
          </a:xfrm>
          <a:prstGeom prst="rect">
            <a:avLst/>
          </a:prstGeom>
          <a:noFill/>
          <a:ln>
            <a:noFill/>
          </a:ln>
        </p:spPr>
      </p:pic>
      <p:pic>
        <p:nvPicPr>
          <p:cNvPr descr="Question Mark with solid fill" id="98" name="Google Shape;98;p20"/>
          <p:cNvPicPr preferRelativeResize="0"/>
          <p:nvPr/>
        </p:nvPicPr>
        <p:blipFill rotWithShape="1">
          <a:blip r:embed="rId4">
            <a:alphaModFix/>
          </a:blip>
          <a:srcRect b="0" l="0" r="0" t="0"/>
          <a:stretch/>
        </p:blipFill>
        <p:spPr>
          <a:xfrm>
            <a:off x="9491474" y="5147538"/>
            <a:ext cx="278720" cy="278720"/>
          </a:xfrm>
          <a:prstGeom prst="rect">
            <a:avLst/>
          </a:prstGeom>
          <a:noFill/>
          <a:ln>
            <a:noFill/>
          </a:ln>
        </p:spPr>
      </p:pic>
      <p:pic>
        <p:nvPicPr>
          <p:cNvPr descr="Question Mark with solid fill" id="99" name="Google Shape;99;p20"/>
          <p:cNvPicPr preferRelativeResize="0"/>
          <p:nvPr/>
        </p:nvPicPr>
        <p:blipFill rotWithShape="1">
          <a:blip r:embed="rId4">
            <a:alphaModFix/>
          </a:blip>
          <a:srcRect b="0" l="0" r="0" t="0"/>
          <a:stretch/>
        </p:blipFill>
        <p:spPr>
          <a:xfrm>
            <a:off x="10266652" y="4813402"/>
            <a:ext cx="278720" cy="278720"/>
          </a:xfrm>
          <a:prstGeom prst="rect">
            <a:avLst/>
          </a:prstGeom>
          <a:noFill/>
          <a:ln>
            <a:noFill/>
          </a:ln>
        </p:spPr>
      </p:pic>
      <p:pic>
        <p:nvPicPr>
          <p:cNvPr descr="Question Mark with solid fill" id="100" name="Google Shape;100;p20"/>
          <p:cNvPicPr preferRelativeResize="0"/>
          <p:nvPr/>
        </p:nvPicPr>
        <p:blipFill rotWithShape="1">
          <a:blip r:embed="rId4">
            <a:alphaModFix/>
          </a:blip>
          <a:srcRect b="0" l="0" r="0" t="0"/>
          <a:stretch/>
        </p:blipFill>
        <p:spPr>
          <a:xfrm>
            <a:off x="11426703" y="4927899"/>
            <a:ext cx="278720" cy="278720"/>
          </a:xfrm>
          <a:prstGeom prst="rect">
            <a:avLst/>
          </a:prstGeom>
          <a:noFill/>
          <a:ln>
            <a:noFill/>
          </a:ln>
        </p:spPr>
      </p:pic>
      <p:pic>
        <p:nvPicPr>
          <p:cNvPr descr="Question Mark with solid fill" id="101" name="Google Shape;101;p20"/>
          <p:cNvPicPr preferRelativeResize="0"/>
          <p:nvPr/>
        </p:nvPicPr>
        <p:blipFill rotWithShape="1">
          <a:blip r:embed="rId4">
            <a:alphaModFix/>
          </a:blip>
          <a:srcRect b="0" l="0" r="0" t="0"/>
          <a:stretch/>
        </p:blipFill>
        <p:spPr>
          <a:xfrm>
            <a:off x="8709385" y="4613550"/>
            <a:ext cx="278720" cy="278720"/>
          </a:xfrm>
          <a:prstGeom prst="rect">
            <a:avLst/>
          </a:prstGeom>
          <a:noFill/>
          <a:ln>
            <a:noFill/>
          </a:ln>
        </p:spPr>
      </p:pic>
      <p:pic>
        <p:nvPicPr>
          <p:cNvPr descr="Question Mark with solid fill" id="102" name="Google Shape;102;p20"/>
          <p:cNvPicPr preferRelativeResize="0"/>
          <p:nvPr/>
        </p:nvPicPr>
        <p:blipFill rotWithShape="1">
          <a:blip r:embed="rId4">
            <a:alphaModFix/>
          </a:blip>
          <a:srcRect b="0" l="0" r="0" t="0"/>
          <a:stretch/>
        </p:blipFill>
        <p:spPr>
          <a:xfrm>
            <a:off x="11011420" y="1826389"/>
            <a:ext cx="195809" cy="195809"/>
          </a:xfrm>
          <a:prstGeom prst="rect">
            <a:avLst/>
          </a:prstGeom>
          <a:noFill/>
          <a:ln>
            <a:noFill/>
          </a:ln>
        </p:spPr>
      </p:pic>
      <p:pic>
        <p:nvPicPr>
          <p:cNvPr descr="Question Mark with solid fill" id="103" name="Google Shape;103;p20"/>
          <p:cNvPicPr preferRelativeResize="0"/>
          <p:nvPr/>
        </p:nvPicPr>
        <p:blipFill rotWithShape="1">
          <a:blip r:embed="rId4">
            <a:alphaModFix/>
          </a:blip>
          <a:srcRect b="0" l="0" r="0" t="0"/>
          <a:stretch/>
        </p:blipFill>
        <p:spPr>
          <a:xfrm>
            <a:off x="8945100" y="2348570"/>
            <a:ext cx="195809" cy="195809"/>
          </a:xfrm>
          <a:prstGeom prst="rect">
            <a:avLst/>
          </a:prstGeom>
          <a:noFill/>
          <a:ln>
            <a:noFill/>
          </a:ln>
        </p:spPr>
      </p:pic>
      <p:pic>
        <p:nvPicPr>
          <p:cNvPr descr="Question Mark with solid fill" id="104" name="Google Shape;104;p20"/>
          <p:cNvPicPr preferRelativeResize="0"/>
          <p:nvPr/>
        </p:nvPicPr>
        <p:blipFill rotWithShape="1">
          <a:blip r:embed="rId4">
            <a:alphaModFix/>
          </a:blip>
          <a:srcRect b="0" l="0" r="0" t="0"/>
          <a:stretch/>
        </p:blipFill>
        <p:spPr>
          <a:xfrm>
            <a:off x="8686800" y="3857100"/>
            <a:ext cx="195809" cy="195809"/>
          </a:xfrm>
          <a:prstGeom prst="rect">
            <a:avLst/>
          </a:prstGeom>
          <a:noFill/>
          <a:ln>
            <a:noFill/>
          </a:ln>
        </p:spPr>
      </p:pic>
      <p:pic>
        <p:nvPicPr>
          <p:cNvPr descr="Question Mark with solid fill" id="105" name="Google Shape;105;p20"/>
          <p:cNvPicPr preferRelativeResize="0"/>
          <p:nvPr/>
        </p:nvPicPr>
        <p:blipFill rotWithShape="1">
          <a:blip r:embed="rId4">
            <a:alphaModFix/>
          </a:blip>
          <a:srcRect b="0" l="0" r="0" t="0"/>
          <a:stretch/>
        </p:blipFill>
        <p:spPr>
          <a:xfrm>
            <a:off x="11739880" y="1443425"/>
            <a:ext cx="195809" cy="195809"/>
          </a:xfrm>
          <a:prstGeom prst="rect">
            <a:avLst/>
          </a:prstGeom>
          <a:noFill/>
          <a:ln>
            <a:noFill/>
          </a:ln>
        </p:spPr>
      </p:pic>
      <p:pic>
        <p:nvPicPr>
          <p:cNvPr descr="Question Mark with solid fill" id="106" name="Google Shape;106;p20"/>
          <p:cNvPicPr preferRelativeResize="0"/>
          <p:nvPr/>
        </p:nvPicPr>
        <p:blipFill rotWithShape="1">
          <a:blip r:embed="rId4">
            <a:alphaModFix/>
          </a:blip>
          <a:srcRect b="0" l="0" r="0" t="0"/>
          <a:stretch/>
        </p:blipFill>
        <p:spPr>
          <a:xfrm>
            <a:off x="8686800" y="5805557"/>
            <a:ext cx="278720" cy="278720"/>
          </a:xfrm>
          <a:prstGeom prst="rect">
            <a:avLst/>
          </a:prstGeom>
          <a:noFill/>
          <a:ln>
            <a:noFill/>
          </a:ln>
        </p:spPr>
      </p:pic>
      <p:sp>
        <p:nvSpPr>
          <p:cNvPr id="107" name="Google Shape;107;p20"/>
          <p:cNvSpPr txBox="1"/>
          <p:nvPr>
            <p:ph type="title"/>
          </p:nvPr>
        </p:nvSpPr>
        <p:spPr>
          <a:xfrm>
            <a:off x="356616" y="428145"/>
            <a:ext cx="8238744" cy="10058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3"/>
              </a:buClr>
              <a:buSzPts val="3200"/>
              <a:buFont typeface="Arial"/>
              <a:buNone/>
              <a:defRPr>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20"/>
          <p:cNvSpPr txBox="1"/>
          <p:nvPr>
            <p:ph idx="1" type="body"/>
          </p:nvPr>
        </p:nvSpPr>
        <p:spPr>
          <a:xfrm>
            <a:off x="356616" y="1541330"/>
            <a:ext cx="8238744" cy="454294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0"/>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
        <p:nvSpPr>
          <p:cNvPr id="110" name="Google Shape;110;p20"/>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1" name="Shape 111"/>
        <p:cNvGrpSpPr/>
        <p:nvPr/>
      </p:nvGrpSpPr>
      <p:grpSpPr>
        <a:xfrm>
          <a:off x="0" y="0"/>
          <a:ext cx="0" cy="0"/>
          <a:chOff x="0" y="0"/>
          <a:chExt cx="0" cy="0"/>
        </a:xfrm>
      </p:grpSpPr>
      <p:sp>
        <p:nvSpPr>
          <p:cNvPr id="112" name="Google Shape;112;p21"/>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21"/>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6" name="Google Shape;116;p21"/>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SzPts val="2400"/>
              <a:buNone/>
              <a:defRPr b="1" sz="2400"/>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2" name="Google Shape;122;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4" name="Google Shape;124;p22"/>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5" name="Google Shape;125;p22"/>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6" name="Shape 126"/>
        <p:cNvGrpSpPr/>
        <p:nvPr/>
      </p:nvGrpSpPr>
      <p:grpSpPr>
        <a:xfrm>
          <a:off x="0" y="0"/>
          <a:ext cx="0" cy="0"/>
          <a:chOff x="0" y="0"/>
          <a:chExt cx="0" cy="0"/>
        </a:xfrm>
      </p:grpSpPr>
      <p:sp>
        <p:nvSpPr>
          <p:cNvPr id="127" name="Google Shape;127;p23"/>
          <p:cNvSpPr txBox="1"/>
          <p:nvPr>
            <p:ph idx="11" type="ftr"/>
          </p:nvPr>
        </p:nvSpPr>
        <p:spPr>
          <a:xfrm>
            <a:off x="263525" y="6213127"/>
            <a:ext cx="11344832" cy="365125"/>
          </a:xfrm>
          <a:prstGeom prst="rect">
            <a:avLst/>
          </a:prstGeom>
          <a:noFill/>
          <a:ln>
            <a:noFill/>
          </a:ln>
        </p:spPr>
        <p:txBody>
          <a:bodyPr anchorCtr="0" anchor="b" bIns="0" lIns="0" spcFirstLastPara="1" rIns="91425" wrap="square" tIns="45700">
            <a:noAutofit/>
          </a:bodyPr>
          <a:lstStyle>
            <a:lvl1pPr lvl="0" marR="0" rtl="0" algn="l">
              <a:spcBef>
                <a:spcPts val="0"/>
              </a:spcBef>
              <a:spcAft>
                <a:spcPts val="0"/>
              </a:spcAft>
              <a:buSzPts val="1400"/>
              <a:buNone/>
              <a:defRPr sz="900">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28" name="Google Shape;128;p23"/>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29" name="Shape 129"/>
        <p:cNvGrpSpPr/>
        <p:nvPr/>
      </p:nvGrpSpPr>
      <p:grpSpPr>
        <a:xfrm>
          <a:off x="0" y="0"/>
          <a:ext cx="0" cy="0"/>
          <a:chOff x="0" y="0"/>
          <a:chExt cx="0" cy="0"/>
        </a:xfrm>
      </p:grpSpPr>
      <p:sp>
        <p:nvSpPr>
          <p:cNvPr id="130" name="Google Shape;130;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31" name="Google Shape;131;p24"/>
          <p:cNvPicPr preferRelativeResize="0"/>
          <p:nvPr/>
        </p:nvPicPr>
        <p:blipFill rotWithShape="1">
          <a:blip r:embed="rId2">
            <a:alphaModFix/>
          </a:blip>
          <a:srcRect b="0" l="0" r="0" t="0"/>
          <a:stretch/>
        </p:blipFill>
        <p:spPr>
          <a:xfrm>
            <a:off x="4826" y="-1"/>
            <a:ext cx="12179300" cy="6858000"/>
          </a:xfrm>
          <a:prstGeom prst="rect">
            <a:avLst/>
          </a:prstGeom>
          <a:noFill/>
          <a:ln>
            <a:noFill/>
          </a:ln>
        </p:spPr>
      </p:pic>
      <p:sp>
        <p:nvSpPr>
          <p:cNvPr id="132" name="Google Shape;132;p24"/>
          <p:cNvSpPr txBox="1"/>
          <p:nvPr>
            <p:ph type="ctrTitle"/>
          </p:nvPr>
        </p:nvSpPr>
        <p:spPr>
          <a:xfrm>
            <a:off x="1195754" y="2788920"/>
            <a:ext cx="7104184" cy="129844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5"/>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4"/>
          <p:cNvSpPr txBox="1"/>
          <p:nvPr>
            <p:ph idx="1" type="subTitle"/>
          </p:nvPr>
        </p:nvSpPr>
        <p:spPr>
          <a:xfrm>
            <a:off x="1195754" y="4087368"/>
            <a:ext cx="7104184" cy="9202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SzPts val="2400"/>
              <a:buNone/>
              <a:defRPr sz="2400">
                <a:solidFill>
                  <a:schemeClr val="dk2"/>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descr="A green letters on a black background&#10;&#10;AI-generated content may be incorrect." id="134" name="Google Shape;134;p24"/>
          <p:cNvPicPr preferRelativeResize="0"/>
          <p:nvPr/>
        </p:nvPicPr>
        <p:blipFill rotWithShape="1">
          <a:blip r:embed="rId3">
            <a:alphaModFix/>
          </a:blip>
          <a:srcRect b="0" l="0" r="0" t="0"/>
          <a:stretch/>
        </p:blipFill>
        <p:spPr>
          <a:xfrm>
            <a:off x="704088" y="1536192"/>
            <a:ext cx="3962865" cy="906748"/>
          </a:xfrm>
          <a:prstGeom prst="rect">
            <a:avLst/>
          </a:prstGeom>
          <a:noFill/>
          <a:ln>
            <a:noFill/>
          </a:ln>
        </p:spPr>
      </p:pic>
      <p:sp>
        <p:nvSpPr>
          <p:cNvPr id="135" name="Google Shape;135;p24"/>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136" name="Google Shape;136;p24"/>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 CONFIDENTIAL – FOR ADVISORY BOARD USE ONLY</a:t>
            </a:r>
            <a:endParaRPr/>
          </a:p>
        </p:txBody>
      </p:sp>
      <p:sp>
        <p:nvSpPr>
          <p:cNvPr id="137" name="Google Shape;137;p24"/>
          <p:cNvSpPr txBox="1"/>
          <p:nvPr/>
        </p:nvSpPr>
        <p:spPr>
          <a:xfrm>
            <a:off x="7675847" y="6678850"/>
            <a:ext cx="10758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800"/>
              <a:buFont typeface="Arial"/>
              <a:buNone/>
            </a:pPr>
            <a:r>
              <a:rPr lang="en-US" sz="800">
                <a:solidFill>
                  <a:schemeClr val="dk1"/>
                </a:solidFill>
                <a:latin typeface="Arial"/>
                <a:ea typeface="Arial"/>
                <a:cs typeface="Arial"/>
                <a:sym typeface="Arial"/>
              </a:rPr>
              <a:t>OCT-2025</a:t>
            </a:r>
            <a:endParaRPr/>
          </a:p>
          <a:p>
            <a:pPr indent="0" lvl="0" marL="0" marR="0" rtl="0" algn="l">
              <a:spcBef>
                <a:spcPts val="0"/>
              </a:spcBef>
              <a:spcAft>
                <a:spcPts val="0"/>
              </a:spcAft>
              <a:buNone/>
            </a:pPr>
            <a:r>
              <a:t/>
            </a:r>
            <a:endParaRPr sz="800">
              <a:solidFill>
                <a:schemeClr val="dk1"/>
              </a:solidFill>
              <a:latin typeface="Arial"/>
              <a:ea typeface="Arial"/>
              <a:cs typeface="Arial"/>
              <a:sym typeface="Arial"/>
            </a:endParaRPr>
          </a:p>
        </p:txBody>
      </p:sp>
      <p:sp>
        <p:nvSpPr>
          <p:cNvPr id="138" name="Google Shape;138;p24"/>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US - MED - LO - 0192</a:t>
            </a:r>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and 3 Pictures" showMasterSp="0">
  <p:cSld name="1_Content and 3 Pictures">
    <p:bg>
      <p:bgPr>
        <a:solidFill>
          <a:schemeClr val="lt1"/>
        </a:solidFill>
      </p:bgPr>
    </p:bg>
    <p:spTree>
      <p:nvGrpSpPr>
        <p:cNvPr id="139" name="Shape 139"/>
        <p:cNvGrpSpPr/>
        <p:nvPr/>
      </p:nvGrpSpPr>
      <p:grpSpPr>
        <a:xfrm>
          <a:off x="0" y="0"/>
          <a:ext cx="0" cy="0"/>
          <a:chOff x="0" y="0"/>
          <a:chExt cx="0" cy="0"/>
        </a:xfrm>
      </p:grpSpPr>
      <p:sp>
        <p:nvSpPr>
          <p:cNvPr id="140" name="Google Shape;140;p25"/>
          <p:cNvSpPr txBox="1"/>
          <p:nvPr>
            <p:ph type="title"/>
          </p:nvPr>
        </p:nvSpPr>
        <p:spPr>
          <a:xfrm>
            <a:off x="469900" y="365125"/>
            <a:ext cx="11248800" cy="73501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5"/>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1" name="Google Shape;141;p25"/>
          <p:cNvSpPr txBox="1"/>
          <p:nvPr>
            <p:ph idx="11" type="ftr"/>
          </p:nvPr>
        </p:nvSpPr>
        <p:spPr>
          <a:xfrm>
            <a:off x="914808" y="6233151"/>
            <a:ext cx="4114800" cy="365125"/>
          </a:xfrm>
          <a:prstGeom prst="rect">
            <a:avLst/>
          </a:prstGeom>
          <a:noFill/>
          <a:ln>
            <a:noFill/>
          </a:ln>
        </p:spPr>
        <p:txBody>
          <a:bodyPr anchorCtr="0" anchor="b" bIns="0" lIns="0" spcFirstLastPara="1" rIns="91425" wrap="square" tIns="45700">
            <a:noAutofit/>
          </a:bodyPr>
          <a:lstStyle>
            <a:lvl1pPr lvl="0" marR="0" rtl="0" algn="l">
              <a:spcBef>
                <a:spcPts val="0"/>
              </a:spcBef>
              <a:spcAft>
                <a:spcPts val="0"/>
              </a:spcAft>
              <a:buSzPts val="1400"/>
              <a:buNone/>
              <a:defRPr b="0" i="0" sz="900">
                <a:solidFill>
                  <a:schemeClr val="dk2"/>
                </a:solidFill>
                <a:latin typeface="Exo 2"/>
                <a:ea typeface="Exo 2"/>
                <a:cs typeface="Exo 2"/>
                <a:sym typeface="Exo 2"/>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cxnSp>
        <p:nvCxnSpPr>
          <p:cNvPr id="142" name="Google Shape;142;p25"/>
          <p:cNvCxnSpPr/>
          <p:nvPr/>
        </p:nvCxnSpPr>
        <p:spPr>
          <a:xfrm>
            <a:off x="3101009" y="6519378"/>
            <a:ext cx="8617691" cy="0"/>
          </a:xfrm>
          <a:prstGeom prst="straightConnector1">
            <a:avLst/>
          </a:prstGeom>
          <a:noFill/>
          <a:ln cap="flat" cmpd="sng" w="25400">
            <a:solidFill>
              <a:schemeClr val="accent2"/>
            </a:solidFill>
            <a:prstDash val="solid"/>
            <a:miter lim="800000"/>
            <a:headEnd len="sm" w="sm" type="none"/>
            <a:tailEnd len="sm" w="sm" type="none"/>
          </a:ln>
        </p:spPr>
      </p:cxnSp>
      <p:pic>
        <p:nvPicPr>
          <p:cNvPr descr="A blue and green triangle with a circle in the middle&#10;&#10;Description automatically generated" id="143" name="Google Shape;143;p25"/>
          <p:cNvPicPr preferRelativeResize="0"/>
          <p:nvPr/>
        </p:nvPicPr>
        <p:blipFill rotWithShape="1">
          <a:blip r:embed="rId2">
            <a:alphaModFix/>
          </a:blip>
          <a:srcRect b="0" l="0" r="0" t="0"/>
          <a:stretch/>
        </p:blipFill>
        <p:spPr>
          <a:xfrm>
            <a:off x="437730" y="6159994"/>
            <a:ext cx="292570" cy="590252"/>
          </a:xfrm>
          <a:prstGeom prst="rect">
            <a:avLst/>
          </a:prstGeom>
          <a:noFill/>
          <a:ln>
            <a:noFill/>
          </a:ln>
        </p:spPr>
      </p:pic>
      <p:pic>
        <p:nvPicPr>
          <p:cNvPr descr="Logo&#10;&#10;Description automatically generated" id="144" name="Google Shape;144;p25"/>
          <p:cNvPicPr preferRelativeResize="0"/>
          <p:nvPr/>
        </p:nvPicPr>
        <p:blipFill rotWithShape="1">
          <a:blip r:embed="rId3">
            <a:alphaModFix/>
          </a:blip>
          <a:srcRect b="0" l="0" r="0" t="0"/>
          <a:stretch/>
        </p:blipFill>
        <p:spPr>
          <a:xfrm>
            <a:off x="10575235" y="568273"/>
            <a:ext cx="1163343" cy="3857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LTS | 50-50">
  <p:cSld name="RESULTS | 50-50">
    <p:spTree>
      <p:nvGrpSpPr>
        <p:cNvPr id="145" name="Shape 145"/>
        <p:cNvGrpSpPr/>
        <p:nvPr/>
      </p:nvGrpSpPr>
      <p:grpSpPr>
        <a:xfrm>
          <a:off x="0" y="0"/>
          <a:ext cx="0" cy="0"/>
          <a:chOff x="0" y="0"/>
          <a:chExt cx="0" cy="0"/>
        </a:xfrm>
      </p:grpSpPr>
      <p:sp>
        <p:nvSpPr>
          <p:cNvPr id="146" name="Google Shape;146;p26"/>
          <p:cNvSpPr/>
          <p:nvPr/>
        </p:nvSpPr>
        <p:spPr>
          <a:xfrm>
            <a:off x="0" y="0"/>
            <a:ext cx="6342683" cy="6858000"/>
          </a:xfrm>
          <a:custGeom>
            <a:rect b="b" l="l" r="r" t="t"/>
            <a:pathLst>
              <a:path extrusionOk="0" h="6858000" w="6342683">
                <a:moveTo>
                  <a:pt x="0" y="0"/>
                </a:moveTo>
                <a:lnTo>
                  <a:pt x="4580506" y="0"/>
                </a:lnTo>
                <a:lnTo>
                  <a:pt x="5323603" y="0"/>
                </a:lnTo>
                <a:lnTo>
                  <a:pt x="6091875" y="0"/>
                </a:lnTo>
                <a:lnTo>
                  <a:pt x="6099974" y="79959"/>
                </a:lnTo>
                <a:cubicBezTo>
                  <a:pt x="6197892" y="992763"/>
                  <a:pt x="6574493" y="3160813"/>
                  <a:pt x="6131973" y="6542386"/>
                </a:cubicBezTo>
                <a:lnTo>
                  <a:pt x="6088603" y="6858000"/>
                </a:lnTo>
                <a:lnTo>
                  <a:pt x="5323603" y="6858000"/>
                </a:lnTo>
                <a:lnTo>
                  <a:pt x="4580506" y="6858000"/>
                </a:lnTo>
                <a:lnTo>
                  <a:pt x="0" y="6858000"/>
                </a:lnTo>
                <a:close/>
              </a:path>
            </a:pathLst>
          </a:custGeom>
          <a:gradFill>
            <a:gsLst>
              <a:gs pos="0">
                <a:srgbClr val="DEEAF6">
                  <a:alpha val="24705"/>
                </a:srgbClr>
              </a:gs>
              <a:gs pos="100000">
                <a:srgbClr val="DEEAF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7" name="Google Shape;147;p26"/>
          <p:cNvSpPr txBox="1"/>
          <p:nvPr>
            <p:ph idx="1" type="body"/>
          </p:nvPr>
        </p:nvSpPr>
        <p:spPr>
          <a:xfrm>
            <a:off x="361948" y="1628774"/>
            <a:ext cx="5734052" cy="4389120"/>
          </a:xfrm>
          <a:prstGeom prst="rect">
            <a:avLst/>
          </a:prstGeom>
          <a:noFill/>
          <a:ln>
            <a:noFill/>
          </a:ln>
        </p:spPr>
        <p:txBody>
          <a:bodyPr anchorCtr="0" anchor="t" bIns="0" lIns="0" spcFirstLastPara="1" rIns="0" wrap="square" tIns="0">
            <a:noAutofit/>
          </a:bodyPr>
          <a:lstStyle>
            <a:lvl1pPr indent="-381000" lvl="0" marL="457200" algn="l">
              <a:lnSpc>
                <a:spcPct val="90000"/>
              </a:lnSpc>
              <a:spcBef>
                <a:spcPts val="1000"/>
              </a:spcBef>
              <a:spcAft>
                <a:spcPts val="0"/>
              </a:spcAft>
              <a:buSzPts val="2400"/>
              <a:buChar char="•"/>
              <a:defRPr/>
            </a:lvl1pPr>
            <a:lvl2pPr indent="-355600" lvl="1" marL="914400" algn="l">
              <a:lnSpc>
                <a:spcPct val="90000"/>
              </a:lnSpc>
              <a:spcBef>
                <a:spcPts val="500"/>
              </a:spcBef>
              <a:spcAft>
                <a:spcPts val="0"/>
              </a:spcAft>
              <a:buSzPts val="2000"/>
              <a:buChar char="–"/>
              <a:defRPr/>
            </a:lvl2pPr>
            <a:lvl3pPr indent="-342900" lvl="2" marL="1371600" algn="l">
              <a:lnSpc>
                <a:spcPct val="90000"/>
              </a:lnSpc>
              <a:spcBef>
                <a:spcPts val="500"/>
              </a:spcBef>
              <a:spcAft>
                <a:spcPts val="0"/>
              </a:spcAft>
              <a:buSzPts val="1800"/>
              <a:buChar char="•"/>
              <a:defRPr/>
            </a:lvl3pPr>
            <a:lvl4pPr indent="-330200" lvl="3" marL="1828800" algn="l">
              <a:lnSpc>
                <a:spcPct val="90000"/>
              </a:lnSpc>
              <a:spcBef>
                <a:spcPts val="500"/>
              </a:spcBef>
              <a:spcAft>
                <a:spcPts val="0"/>
              </a:spcAft>
              <a:buSzPts val="1600"/>
              <a:buChar char="•"/>
              <a:defRPr/>
            </a:lvl4pPr>
            <a:lvl5pPr indent="-330200" lvl="4" marL="2286000" algn="l">
              <a:lnSpc>
                <a:spcPct val="90000"/>
              </a:lnSpc>
              <a:spcBef>
                <a:spcPts val="500"/>
              </a:spcBef>
              <a:spcAft>
                <a:spcPts val="0"/>
              </a:spcAft>
              <a:buSzPts val="16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26"/>
          <p:cNvSpPr/>
          <p:nvPr/>
        </p:nvSpPr>
        <p:spPr>
          <a:xfrm rot="-2279260">
            <a:off x="329727" y="6383093"/>
            <a:ext cx="366500" cy="330454"/>
          </a:xfrm>
          <a:custGeom>
            <a:rect b="b" l="l" r="r" t="t"/>
            <a:pathLst>
              <a:path extrusionOk="0" h="566992" w="628843">
                <a:moveTo>
                  <a:pt x="356452" y="3205"/>
                </a:moveTo>
                <a:cubicBezTo>
                  <a:pt x="186516" y="-21189"/>
                  <a:pt x="28784" y="96283"/>
                  <a:pt x="3659" y="266001"/>
                </a:cubicBezTo>
                <a:cubicBezTo>
                  <a:pt x="-9197" y="347925"/>
                  <a:pt x="12143" y="431545"/>
                  <a:pt x="62654" y="497293"/>
                </a:cubicBezTo>
                <a:cubicBezTo>
                  <a:pt x="114013" y="565976"/>
                  <a:pt x="186647" y="583913"/>
                  <a:pt x="280555" y="551039"/>
                </a:cubicBezTo>
                <a:cubicBezTo>
                  <a:pt x="361999" y="522992"/>
                  <a:pt x="441680" y="490118"/>
                  <a:pt x="519274" y="452613"/>
                </a:cubicBezTo>
                <a:cubicBezTo>
                  <a:pt x="584533" y="420195"/>
                  <a:pt x="620687" y="374733"/>
                  <a:pt x="627605" y="316225"/>
                </a:cubicBezTo>
                <a:cubicBezTo>
                  <a:pt x="634522" y="257717"/>
                  <a:pt x="612464" y="193926"/>
                  <a:pt x="561366" y="124852"/>
                </a:cubicBezTo>
                <a:cubicBezTo>
                  <a:pt x="512879" y="57669"/>
                  <a:pt x="438679" y="13642"/>
                  <a:pt x="356452" y="3205"/>
                </a:cubicBezTo>
              </a:path>
            </a:pathLst>
          </a:custGeom>
          <a:solidFill>
            <a:srgbClr val="D2E7B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26"/>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i="0" sz="800">
                <a:solidFill>
                  <a:srgbClr val="424242"/>
                </a:solidFill>
                <a:latin typeface="Calibri"/>
                <a:ea typeface="Calibri"/>
                <a:cs typeface="Calibri"/>
                <a:sym typeface="Calibri"/>
              </a:defRPr>
            </a:lvl1pPr>
            <a:lvl2pPr indent="0" lvl="1" marL="0" algn="ctr">
              <a:spcBef>
                <a:spcPts val="0"/>
              </a:spcBef>
              <a:buNone/>
              <a:defRPr b="0" i="0" sz="800">
                <a:solidFill>
                  <a:srgbClr val="424242"/>
                </a:solidFill>
                <a:latin typeface="Calibri"/>
                <a:ea typeface="Calibri"/>
                <a:cs typeface="Calibri"/>
                <a:sym typeface="Calibri"/>
              </a:defRPr>
            </a:lvl2pPr>
            <a:lvl3pPr indent="0" lvl="2" marL="0" algn="ctr">
              <a:spcBef>
                <a:spcPts val="0"/>
              </a:spcBef>
              <a:buNone/>
              <a:defRPr b="0" i="0" sz="800">
                <a:solidFill>
                  <a:srgbClr val="424242"/>
                </a:solidFill>
                <a:latin typeface="Calibri"/>
                <a:ea typeface="Calibri"/>
                <a:cs typeface="Calibri"/>
                <a:sym typeface="Calibri"/>
              </a:defRPr>
            </a:lvl3pPr>
            <a:lvl4pPr indent="0" lvl="3" marL="0" algn="ctr">
              <a:spcBef>
                <a:spcPts val="0"/>
              </a:spcBef>
              <a:buNone/>
              <a:defRPr b="0" i="0" sz="800">
                <a:solidFill>
                  <a:srgbClr val="424242"/>
                </a:solidFill>
                <a:latin typeface="Calibri"/>
                <a:ea typeface="Calibri"/>
                <a:cs typeface="Calibri"/>
                <a:sym typeface="Calibri"/>
              </a:defRPr>
            </a:lvl4pPr>
            <a:lvl5pPr indent="0" lvl="4" marL="0" algn="ctr">
              <a:spcBef>
                <a:spcPts val="0"/>
              </a:spcBef>
              <a:buNone/>
              <a:defRPr b="0" i="0" sz="800">
                <a:solidFill>
                  <a:srgbClr val="424242"/>
                </a:solidFill>
                <a:latin typeface="Calibri"/>
                <a:ea typeface="Calibri"/>
                <a:cs typeface="Calibri"/>
                <a:sym typeface="Calibri"/>
              </a:defRPr>
            </a:lvl5pPr>
            <a:lvl6pPr indent="0" lvl="5" marL="0" algn="ctr">
              <a:spcBef>
                <a:spcPts val="0"/>
              </a:spcBef>
              <a:buNone/>
              <a:defRPr b="0" i="0" sz="800">
                <a:solidFill>
                  <a:srgbClr val="424242"/>
                </a:solidFill>
                <a:latin typeface="Calibri"/>
                <a:ea typeface="Calibri"/>
                <a:cs typeface="Calibri"/>
                <a:sym typeface="Calibri"/>
              </a:defRPr>
            </a:lvl6pPr>
            <a:lvl7pPr indent="0" lvl="6" marL="0" algn="ctr">
              <a:spcBef>
                <a:spcPts val="0"/>
              </a:spcBef>
              <a:buNone/>
              <a:defRPr b="0" i="0" sz="800">
                <a:solidFill>
                  <a:srgbClr val="424242"/>
                </a:solidFill>
                <a:latin typeface="Calibri"/>
                <a:ea typeface="Calibri"/>
                <a:cs typeface="Calibri"/>
                <a:sym typeface="Calibri"/>
              </a:defRPr>
            </a:lvl7pPr>
            <a:lvl8pPr indent="0" lvl="7" marL="0" algn="ctr">
              <a:spcBef>
                <a:spcPts val="0"/>
              </a:spcBef>
              <a:buNone/>
              <a:defRPr b="0" i="0" sz="800">
                <a:solidFill>
                  <a:srgbClr val="424242"/>
                </a:solidFill>
                <a:latin typeface="Calibri"/>
                <a:ea typeface="Calibri"/>
                <a:cs typeface="Calibri"/>
                <a:sym typeface="Calibri"/>
              </a:defRPr>
            </a:lvl8pPr>
            <a:lvl9pPr indent="0" lvl="8" marL="0" algn="ctr">
              <a:spcBef>
                <a:spcPts val="0"/>
              </a:spcBef>
              <a:buNone/>
              <a:defRPr b="0" i="0" sz="800">
                <a:solidFill>
                  <a:srgbClr val="42424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50" name="Google Shape;150;p26"/>
          <p:cNvSpPr txBox="1"/>
          <p:nvPr>
            <p:ph idx="11" type="ftr"/>
          </p:nvPr>
        </p:nvSpPr>
        <p:spPr>
          <a:xfrm>
            <a:off x="891526" y="6474345"/>
            <a:ext cx="10972528" cy="116955"/>
          </a:xfrm>
          <a:prstGeom prst="rect">
            <a:avLst/>
          </a:prstGeom>
          <a:noFill/>
          <a:ln>
            <a:noFill/>
          </a:ln>
        </p:spPr>
        <p:txBody>
          <a:bodyPr anchorCtr="0" anchor="b" bIns="0" lIns="0" spcFirstLastPara="1" rIns="0" wrap="square" tIns="0">
            <a:spAutoFit/>
          </a:bodyPr>
          <a:lstStyle>
            <a:lvl1pPr lvl="0" marR="0" rtl="0" algn="l">
              <a:lnSpc>
                <a:spcPct val="95000"/>
              </a:lnSpc>
              <a:spcBef>
                <a:spcPts val="400"/>
              </a:spcBef>
              <a:spcAft>
                <a:spcPts val="0"/>
              </a:spcAft>
              <a:buSzPts val="1400"/>
              <a:buNone/>
              <a:defRPr b="0" sz="800">
                <a:solidFill>
                  <a:srgbClr val="42424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1" name="Google Shape;151;p26"/>
          <p:cNvSpPr/>
          <p:nvPr/>
        </p:nvSpPr>
        <p:spPr>
          <a:xfrm rot="5400000">
            <a:off x="5696712" y="-5190086"/>
            <a:ext cx="457200" cy="11850624"/>
          </a:xfrm>
          <a:prstGeom prst="round2SameRect">
            <a:avLst>
              <a:gd fmla="val 50000" name="adj1"/>
              <a:gd fmla="val 0" name="adj2"/>
            </a:avLst>
          </a:prstGeom>
          <a:solidFill>
            <a:schemeClr val="lt1"/>
          </a:solidFill>
          <a:ln cap="flat" cmpd="sng" w="9525">
            <a:solidFill>
              <a:srgbClr val="91C35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6"/>
          <p:cNvSpPr txBox="1"/>
          <p:nvPr/>
        </p:nvSpPr>
        <p:spPr>
          <a:xfrm>
            <a:off x="-12" y="573592"/>
            <a:ext cx="11783669" cy="323291"/>
          </a:xfrm>
          <a:prstGeom prst="rect">
            <a:avLst/>
          </a:prstGeom>
          <a:noFill/>
          <a:ln>
            <a:noFill/>
          </a:ln>
        </p:spPr>
        <p:txBody>
          <a:bodyPr anchorCtr="0" anchor="ctr" bIns="914400" lIns="91425" spcFirstLastPara="1" rIns="91425" wrap="square" tIns="91425">
            <a:noAutofit/>
          </a:bodyPr>
          <a:lstStyle/>
          <a:p>
            <a:pPr indent="0" lvl="0" marL="13138" marR="42955" rtl="0" algn="ctr">
              <a:lnSpc>
                <a:spcPct val="90000"/>
              </a:lnSpc>
              <a:spcBef>
                <a:spcPts val="0"/>
              </a:spcBef>
              <a:spcAft>
                <a:spcPts val="0"/>
              </a:spcAft>
              <a:buNone/>
            </a:pPr>
            <a:r>
              <a:t/>
            </a:r>
            <a:endParaRPr sz="2200">
              <a:solidFill>
                <a:schemeClr val="lt1"/>
              </a:solidFill>
              <a:latin typeface="Arial"/>
              <a:ea typeface="Arial"/>
              <a:cs typeface="Arial"/>
              <a:sym typeface="Arial"/>
            </a:endParaRPr>
          </a:p>
        </p:txBody>
      </p:sp>
      <p:grpSp>
        <p:nvGrpSpPr>
          <p:cNvPr id="153" name="Google Shape;153;p26"/>
          <p:cNvGrpSpPr/>
          <p:nvPr/>
        </p:nvGrpSpPr>
        <p:grpSpPr>
          <a:xfrm>
            <a:off x="0" y="506626"/>
            <a:ext cx="2107350" cy="457200"/>
            <a:chOff x="-9547" y="506626"/>
            <a:chExt cx="2107350" cy="457200"/>
          </a:xfrm>
        </p:grpSpPr>
        <p:sp>
          <p:nvSpPr>
            <p:cNvPr id="154" name="Google Shape;154;p26"/>
            <p:cNvSpPr/>
            <p:nvPr/>
          </p:nvSpPr>
          <p:spPr>
            <a:xfrm rot="5400000">
              <a:off x="954781" y="-179196"/>
              <a:ext cx="457200" cy="1828844"/>
            </a:xfrm>
            <a:prstGeom prst="round2SameRect">
              <a:avLst>
                <a:gd fmla="val 50000" name="adj1"/>
                <a:gd fmla="val 0" name="adj2"/>
              </a:avLst>
            </a:prstGeom>
            <a:solidFill>
              <a:schemeClr val="accent1">
                <a:alpha val="2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6"/>
            <p:cNvSpPr txBox="1"/>
            <p:nvPr/>
          </p:nvSpPr>
          <p:spPr>
            <a:xfrm>
              <a:off x="268953"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sp>
          <p:nvSpPr>
            <p:cNvPr id="156" name="Google Shape;156;p26"/>
            <p:cNvSpPr/>
            <p:nvPr/>
          </p:nvSpPr>
          <p:spPr>
            <a:xfrm rot="5400000">
              <a:off x="815528" y="-179196"/>
              <a:ext cx="457200" cy="1828844"/>
            </a:xfrm>
            <a:prstGeom prst="round2SameRect">
              <a:avLst>
                <a:gd fmla="val 50000" name="adj1"/>
                <a:gd fmla="val 0" name="adj2"/>
              </a:avLst>
            </a:prstGeom>
            <a:solidFill>
              <a:schemeClr val="accent1">
                <a:alpha val="4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6"/>
            <p:cNvSpPr txBox="1"/>
            <p:nvPr/>
          </p:nvSpPr>
          <p:spPr>
            <a:xfrm>
              <a:off x="129703"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sp>
          <p:nvSpPr>
            <p:cNvPr id="158" name="Google Shape;158;p26"/>
            <p:cNvSpPr/>
            <p:nvPr/>
          </p:nvSpPr>
          <p:spPr>
            <a:xfrm rot="5400000">
              <a:off x="676275" y="-179196"/>
              <a:ext cx="457200" cy="1828844"/>
            </a:xfrm>
            <a:prstGeom prst="round2SameRect">
              <a:avLst>
                <a:gd fmla="val 50000" name="adj1"/>
                <a:gd fmla="val 0" name="adj2"/>
              </a:avLst>
            </a:prstGeom>
            <a:solidFill>
              <a:srgbClr val="9CC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6"/>
            <p:cNvSpPr txBox="1"/>
            <p:nvPr/>
          </p:nvSpPr>
          <p:spPr>
            <a:xfrm>
              <a:off x="-9547"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grpSp>
      <p:sp>
        <p:nvSpPr>
          <p:cNvPr id="160" name="Google Shape;160;p26"/>
          <p:cNvSpPr/>
          <p:nvPr>
            <p:ph type="title"/>
          </p:nvPr>
        </p:nvSpPr>
        <p:spPr>
          <a:xfrm rot="5400000">
            <a:off x="5696712" y="-5190086"/>
            <a:ext cx="457200" cy="11850624"/>
          </a:xfrm>
          <a:prstGeom prst="round2SameRect">
            <a:avLst>
              <a:gd fmla="val 50000" name="adj1"/>
              <a:gd fmla="val 0" name="adj2"/>
            </a:avLst>
          </a:prstGeom>
          <a:noFill/>
          <a:ln>
            <a:noFill/>
          </a:ln>
        </p:spPr>
        <p:txBody>
          <a:bodyPr anchorCtr="0" anchor="t" bIns="45700" lIns="91425" spcFirstLastPara="1" rIns="91425" wrap="square" tIns="45700">
            <a:normAutofit/>
          </a:bodyPr>
          <a:lstStyle>
            <a:lvl1pPr lvl="0">
              <a:spcBef>
                <a:spcPts val="0"/>
              </a:spcBef>
              <a:spcAft>
                <a:spcPts val="0"/>
              </a:spcAft>
              <a:buNone/>
              <a:defRPr/>
            </a:lvl1pPr>
          </a:lstStyle>
          <a:p/>
        </p:txBody>
      </p:sp>
      <p:sp>
        <p:nvSpPr>
          <p:cNvPr id="161" name="Google Shape;161;p26"/>
          <p:cNvSpPr txBox="1"/>
          <p:nvPr/>
        </p:nvSpPr>
        <p:spPr>
          <a:xfrm>
            <a:off x="-12" y="573592"/>
            <a:ext cx="11783669" cy="323291"/>
          </a:xfrm>
          <a:prstGeom prst="rect">
            <a:avLst/>
          </a:prstGeom>
          <a:noFill/>
          <a:ln>
            <a:noFill/>
          </a:ln>
        </p:spPr>
        <p:txBody>
          <a:bodyPr anchorCtr="0" anchor="ctr" bIns="182875" lIns="0" spcFirstLastPara="1" rIns="91425" wrap="square" tIns="0">
            <a:normAutofit/>
          </a:bodyPr>
          <a:lstStyle/>
          <a:p>
            <a:pPr indent="0" lvl="0" marL="13138" marR="42955" rtl="0" algn="ctr">
              <a:lnSpc>
                <a:spcPct val="90000"/>
              </a:lnSpc>
              <a:spcBef>
                <a:spcPts val="0"/>
              </a:spcBef>
              <a:spcAft>
                <a:spcPts val="0"/>
              </a:spcAft>
              <a:buClr>
                <a:schemeClr val="accent3"/>
              </a:buClr>
              <a:buSzPts val="2200"/>
              <a:buFont typeface="Arial"/>
              <a:buNone/>
            </a:pPr>
            <a:r>
              <a:t/>
            </a:r>
            <a:endParaRPr b="0" i="0" sz="2200" u="none" cap="none" strike="noStrike">
              <a:solidFill>
                <a:schemeClr val="accent3"/>
              </a:solidFill>
              <a:latin typeface="Arial"/>
              <a:ea typeface="Arial"/>
              <a:cs typeface="Arial"/>
              <a:sym typeface="Arial"/>
            </a:endParaRPr>
          </a:p>
        </p:txBody>
      </p:sp>
      <p:sp>
        <p:nvSpPr>
          <p:cNvPr id="162" name="Google Shape;162;p26"/>
          <p:cNvSpPr/>
          <p:nvPr/>
        </p:nvSpPr>
        <p:spPr>
          <a:xfrm>
            <a:off x="139253" y="152400"/>
            <a:ext cx="1094742" cy="1097280"/>
          </a:xfrm>
          <a:custGeom>
            <a:rect b="b" l="l" r="r" t="t"/>
            <a:pathLst>
              <a:path extrusionOk="0" h="1990970" w="1941941">
                <a:moveTo>
                  <a:pt x="1715042" y="243572"/>
                </a:moveTo>
                <a:cubicBezTo>
                  <a:pt x="1683537" y="223280"/>
                  <a:pt x="1650687" y="204711"/>
                  <a:pt x="1617068" y="188056"/>
                </a:cubicBezTo>
                <a:cubicBezTo>
                  <a:pt x="1532158" y="143834"/>
                  <a:pt x="1443214" y="107653"/>
                  <a:pt x="1351580" y="80278"/>
                </a:cubicBezTo>
                <a:cubicBezTo>
                  <a:pt x="1307588" y="68983"/>
                  <a:pt x="1262060" y="58263"/>
                  <a:pt x="1214802" y="48117"/>
                </a:cubicBezTo>
                <a:cubicBezTo>
                  <a:pt x="1095889" y="24379"/>
                  <a:pt x="975632" y="8681"/>
                  <a:pt x="854606" y="1024"/>
                </a:cubicBezTo>
                <a:cubicBezTo>
                  <a:pt x="797167" y="-1274"/>
                  <a:pt x="739535" y="258"/>
                  <a:pt x="682288" y="6001"/>
                </a:cubicBezTo>
                <a:cubicBezTo>
                  <a:pt x="648478" y="10595"/>
                  <a:pt x="617549" y="16147"/>
                  <a:pt x="589310" y="22847"/>
                </a:cubicBezTo>
                <a:cubicBezTo>
                  <a:pt x="532447" y="38353"/>
                  <a:pt x="479810" y="66686"/>
                  <a:pt x="435434" y="105547"/>
                </a:cubicBezTo>
                <a:cubicBezTo>
                  <a:pt x="431016" y="108802"/>
                  <a:pt x="425829" y="112822"/>
                  <a:pt x="420258" y="117225"/>
                </a:cubicBezTo>
                <a:cubicBezTo>
                  <a:pt x="-73450" y="758533"/>
                  <a:pt x="-132234" y="1252244"/>
                  <a:pt x="244290" y="1598167"/>
                </a:cubicBezTo>
                <a:cubicBezTo>
                  <a:pt x="619662" y="1944091"/>
                  <a:pt x="1006945" y="2061632"/>
                  <a:pt x="1405754" y="1950408"/>
                </a:cubicBezTo>
                <a:cubicBezTo>
                  <a:pt x="1481251" y="1918821"/>
                  <a:pt x="1546182" y="1855456"/>
                  <a:pt x="1600163" y="1759930"/>
                </a:cubicBezTo>
                <a:lnTo>
                  <a:pt x="1617068" y="1719537"/>
                </a:lnTo>
                <a:cubicBezTo>
                  <a:pt x="1627250" y="1694842"/>
                  <a:pt x="1638392" y="1669573"/>
                  <a:pt x="1650879" y="1643729"/>
                </a:cubicBezTo>
                <a:cubicBezTo>
                  <a:pt x="1655297" y="1628031"/>
                  <a:pt x="1660484" y="1611759"/>
                  <a:pt x="1666055" y="1594913"/>
                </a:cubicBezTo>
                <a:cubicBezTo>
                  <a:pt x="1717923" y="1407307"/>
                  <a:pt x="1777668" y="1223720"/>
                  <a:pt x="1845289" y="1043963"/>
                </a:cubicBezTo>
                <a:cubicBezTo>
                  <a:pt x="1854318" y="1020416"/>
                  <a:pt x="1863346" y="996870"/>
                  <a:pt x="1872375" y="973323"/>
                </a:cubicBezTo>
                <a:cubicBezTo>
                  <a:pt x="1895428" y="908044"/>
                  <a:pt x="1915215" y="841616"/>
                  <a:pt x="1931543" y="774422"/>
                </a:cubicBezTo>
                <a:cubicBezTo>
                  <a:pt x="1935962" y="744175"/>
                  <a:pt x="1938843" y="716608"/>
                  <a:pt x="1939996" y="691913"/>
                </a:cubicBezTo>
                <a:cubicBezTo>
                  <a:pt x="1943454" y="649798"/>
                  <a:pt x="1942301" y="607490"/>
                  <a:pt x="1936538" y="565566"/>
                </a:cubicBezTo>
                <a:cubicBezTo>
                  <a:pt x="1930583" y="535319"/>
                  <a:pt x="1922707" y="505455"/>
                  <a:pt x="1912909" y="476357"/>
                </a:cubicBezTo>
                <a:cubicBezTo>
                  <a:pt x="1900231" y="447642"/>
                  <a:pt x="1885631" y="419884"/>
                  <a:pt x="1869110" y="393466"/>
                </a:cubicBezTo>
                <a:cubicBezTo>
                  <a:pt x="1849707" y="367239"/>
                  <a:pt x="1828191" y="342353"/>
                  <a:pt x="1804947" y="319380"/>
                </a:cubicBezTo>
                <a:cubicBezTo>
                  <a:pt x="1776899" y="292005"/>
                  <a:pt x="1746931" y="266544"/>
                  <a:pt x="1715234" y="243572"/>
                </a:cubicBezTo>
              </a:path>
            </a:pathLst>
          </a:custGeom>
          <a:solidFill>
            <a:schemeClr val="accent3"/>
          </a:solidFill>
          <a:ln>
            <a:noFill/>
          </a:ln>
        </p:spPr>
        <p:txBody>
          <a:bodyPr anchorCtr="0" anchor="b" bIns="182875" lIns="91425" spcFirstLastPara="1" rIns="91425" wrap="square" tIns="45700">
            <a:noAutofit/>
          </a:bodyPr>
          <a:lstStyle/>
          <a:p>
            <a:pPr indent="0" lvl="1" marL="24166" marR="79020" rtl="0" algn="ctr">
              <a:spcBef>
                <a:spcPts val="0"/>
              </a:spcBef>
              <a:spcAft>
                <a:spcPts val="0"/>
              </a:spcAft>
              <a:buNone/>
            </a:pPr>
            <a:r>
              <a:t/>
            </a:r>
            <a:endParaRPr b="1" i="0" sz="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LTS | 100">
  <p:cSld name="RESULTS | 100">
    <p:bg>
      <p:bgPr>
        <a:solidFill>
          <a:schemeClr val="lt1"/>
        </a:solidFill>
      </p:bgPr>
    </p:bg>
    <p:spTree>
      <p:nvGrpSpPr>
        <p:cNvPr id="163" name="Shape 163"/>
        <p:cNvGrpSpPr/>
        <p:nvPr/>
      </p:nvGrpSpPr>
      <p:grpSpPr>
        <a:xfrm>
          <a:off x="0" y="0"/>
          <a:ext cx="0" cy="0"/>
          <a:chOff x="0" y="0"/>
          <a:chExt cx="0" cy="0"/>
        </a:xfrm>
      </p:grpSpPr>
      <p:sp>
        <p:nvSpPr>
          <p:cNvPr id="164" name="Google Shape;164;p27"/>
          <p:cNvSpPr/>
          <p:nvPr/>
        </p:nvSpPr>
        <p:spPr>
          <a:xfrm>
            <a:off x="0" y="0"/>
            <a:ext cx="989096" cy="6858000"/>
          </a:xfrm>
          <a:custGeom>
            <a:rect b="b" l="l" r="r" t="t"/>
            <a:pathLst>
              <a:path extrusionOk="0" h="6858000" w="989096">
                <a:moveTo>
                  <a:pt x="0" y="0"/>
                </a:moveTo>
                <a:lnTo>
                  <a:pt x="738288" y="0"/>
                </a:lnTo>
                <a:lnTo>
                  <a:pt x="746387" y="79959"/>
                </a:lnTo>
                <a:cubicBezTo>
                  <a:pt x="844305" y="992763"/>
                  <a:pt x="1220906" y="3160813"/>
                  <a:pt x="778386" y="6542386"/>
                </a:cubicBezTo>
                <a:lnTo>
                  <a:pt x="735016" y="6858000"/>
                </a:lnTo>
                <a:lnTo>
                  <a:pt x="0" y="6858000"/>
                </a:lnTo>
                <a:lnTo>
                  <a:pt x="0" y="0"/>
                </a:lnTo>
                <a:close/>
              </a:path>
            </a:pathLst>
          </a:custGeom>
          <a:gradFill>
            <a:gsLst>
              <a:gs pos="0">
                <a:srgbClr val="DEEAF6">
                  <a:alpha val="24705"/>
                </a:srgbClr>
              </a:gs>
              <a:gs pos="100000">
                <a:srgbClr val="DEEAF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5" name="Google Shape;165;p27"/>
          <p:cNvSpPr txBox="1"/>
          <p:nvPr>
            <p:ph idx="11" type="ftr"/>
          </p:nvPr>
        </p:nvSpPr>
        <p:spPr>
          <a:xfrm>
            <a:off x="904874" y="6566905"/>
            <a:ext cx="10972800" cy="11695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42424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6" name="Google Shape;166;p27"/>
          <p:cNvSpPr/>
          <p:nvPr/>
        </p:nvSpPr>
        <p:spPr>
          <a:xfrm>
            <a:off x="1197031" y="1295400"/>
            <a:ext cx="10653593" cy="4724400"/>
          </a:xfrm>
          <a:prstGeom prst="roundRect">
            <a:avLst>
              <a:gd fmla="val 3036" name="adj"/>
            </a:avLst>
          </a:prstGeom>
          <a:solidFill>
            <a:schemeClr val="lt1"/>
          </a:solidFill>
          <a:ln cap="flat" cmpd="sng" w="9525">
            <a:solidFill>
              <a:schemeClr val="accent1"/>
            </a:solidFill>
            <a:prstDash val="solid"/>
            <a:round/>
            <a:headEnd len="sm" w="sm" type="none"/>
            <a:tailEnd len="sm" w="sm" type="none"/>
          </a:ln>
        </p:spPr>
        <p:txBody>
          <a:bodyPr anchorCtr="0" anchor="t" bIns="0" lIns="91425" spcFirstLastPara="1" rIns="91425" wrap="square" tIns="72000">
            <a:noAutofit/>
          </a:bodyPr>
          <a:lstStyle/>
          <a:p>
            <a:pPr indent="0" lvl="0" marL="13138" marR="42955" rtl="0" algn="l">
              <a:lnSpc>
                <a:spcPct val="90000"/>
              </a:lnSpc>
              <a:spcBef>
                <a:spcPts val="0"/>
              </a:spcBef>
              <a:spcAft>
                <a:spcPts val="0"/>
              </a:spcAft>
              <a:buNone/>
            </a:pPr>
            <a:r>
              <a:t/>
            </a:r>
            <a:endParaRPr sz="850">
              <a:solidFill>
                <a:srgbClr val="0B436E"/>
              </a:solidFill>
              <a:latin typeface="Calibri"/>
              <a:ea typeface="Calibri"/>
              <a:cs typeface="Calibri"/>
              <a:sym typeface="Calibri"/>
            </a:endParaRPr>
          </a:p>
        </p:txBody>
      </p:sp>
      <p:sp>
        <p:nvSpPr>
          <p:cNvPr id="167" name="Google Shape;167;p27"/>
          <p:cNvSpPr/>
          <p:nvPr/>
        </p:nvSpPr>
        <p:spPr>
          <a:xfrm rot="5400000">
            <a:off x="5696712" y="-5190086"/>
            <a:ext cx="457200" cy="11850624"/>
          </a:xfrm>
          <a:prstGeom prst="round2SameRect">
            <a:avLst>
              <a:gd fmla="val 50000" name="adj1"/>
              <a:gd fmla="val 0" name="adj2"/>
            </a:avLst>
          </a:prstGeom>
          <a:solidFill>
            <a:schemeClr val="lt1"/>
          </a:solidFill>
          <a:ln cap="flat" cmpd="sng" w="9525">
            <a:solidFill>
              <a:srgbClr val="91C35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txBox="1"/>
          <p:nvPr/>
        </p:nvSpPr>
        <p:spPr>
          <a:xfrm>
            <a:off x="-12" y="573592"/>
            <a:ext cx="11783669" cy="323291"/>
          </a:xfrm>
          <a:prstGeom prst="rect">
            <a:avLst/>
          </a:prstGeom>
          <a:noFill/>
          <a:ln>
            <a:noFill/>
          </a:ln>
        </p:spPr>
        <p:txBody>
          <a:bodyPr anchorCtr="0" anchor="ctr" bIns="914400" lIns="91425" spcFirstLastPara="1" rIns="91425" wrap="square" tIns="91425">
            <a:noAutofit/>
          </a:bodyPr>
          <a:lstStyle/>
          <a:p>
            <a:pPr indent="0" lvl="0" marL="13138" marR="42955" rtl="0" algn="ctr">
              <a:lnSpc>
                <a:spcPct val="90000"/>
              </a:lnSpc>
              <a:spcBef>
                <a:spcPts val="0"/>
              </a:spcBef>
              <a:spcAft>
                <a:spcPts val="0"/>
              </a:spcAft>
              <a:buNone/>
            </a:pPr>
            <a:r>
              <a:t/>
            </a:r>
            <a:endParaRPr sz="2200">
              <a:solidFill>
                <a:schemeClr val="lt1"/>
              </a:solidFill>
              <a:latin typeface="Arial"/>
              <a:ea typeface="Arial"/>
              <a:cs typeface="Arial"/>
              <a:sym typeface="Arial"/>
            </a:endParaRPr>
          </a:p>
        </p:txBody>
      </p:sp>
      <p:grpSp>
        <p:nvGrpSpPr>
          <p:cNvPr id="169" name="Google Shape;169;p27"/>
          <p:cNvGrpSpPr/>
          <p:nvPr/>
        </p:nvGrpSpPr>
        <p:grpSpPr>
          <a:xfrm>
            <a:off x="0" y="506626"/>
            <a:ext cx="2107350" cy="457200"/>
            <a:chOff x="-9547" y="506626"/>
            <a:chExt cx="2107350" cy="457200"/>
          </a:xfrm>
        </p:grpSpPr>
        <p:sp>
          <p:nvSpPr>
            <p:cNvPr id="170" name="Google Shape;170;p27"/>
            <p:cNvSpPr/>
            <p:nvPr/>
          </p:nvSpPr>
          <p:spPr>
            <a:xfrm rot="5400000">
              <a:off x="954781" y="-179196"/>
              <a:ext cx="457200" cy="1828844"/>
            </a:xfrm>
            <a:prstGeom prst="round2SameRect">
              <a:avLst>
                <a:gd fmla="val 50000" name="adj1"/>
                <a:gd fmla="val 0" name="adj2"/>
              </a:avLst>
            </a:prstGeom>
            <a:solidFill>
              <a:schemeClr val="accent1">
                <a:alpha val="2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txBox="1"/>
            <p:nvPr/>
          </p:nvSpPr>
          <p:spPr>
            <a:xfrm>
              <a:off x="268953"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sp>
          <p:nvSpPr>
            <p:cNvPr id="172" name="Google Shape;172;p27"/>
            <p:cNvSpPr/>
            <p:nvPr/>
          </p:nvSpPr>
          <p:spPr>
            <a:xfrm rot="5400000">
              <a:off x="815528" y="-179196"/>
              <a:ext cx="457200" cy="1828844"/>
            </a:xfrm>
            <a:prstGeom prst="round2SameRect">
              <a:avLst>
                <a:gd fmla="val 50000" name="adj1"/>
                <a:gd fmla="val 0" name="adj2"/>
              </a:avLst>
            </a:prstGeom>
            <a:solidFill>
              <a:schemeClr val="accent1">
                <a:alpha val="4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txBox="1"/>
            <p:nvPr/>
          </p:nvSpPr>
          <p:spPr>
            <a:xfrm>
              <a:off x="129703"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sp>
          <p:nvSpPr>
            <p:cNvPr id="174" name="Google Shape;174;p27"/>
            <p:cNvSpPr/>
            <p:nvPr/>
          </p:nvSpPr>
          <p:spPr>
            <a:xfrm rot="5400000">
              <a:off x="676275" y="-179196"/>
              <a:ext cx="457200" cy="1828844"/>
            </a:xfrm>
            <a:prstGeom prst="round2SameRect">
              <a:avLst>
                <a:gd fmla="val 50000" name="adj1"/>
                <a:gd fmla="val 0" name="adj2"/>
              </a:avLst>
            </a:prstGeom>
            <a:solidFill>
              <a:srgbClr val="9CC96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txBox="1"/>
            <p:nvPr/>
          </p:nvSpPr>
          <p:spPr>
            <a:xfrm>
              <a:off x="-9547" y="573602"/>
              <a:ext cx="1761889" cy="323291"/>
            </a:xfrm>
            <a:prstGeom prst="rect">
              <a:avLst/>
            </a:prstGeom>
            <a:noFill/>
            <a:ln>
              <a:noFill/>
            </a:ln>
          </p:spPr>
          <p:txBody>
            <a:bodyPr anchorCtr="0" anchor="ctr" bIns="365750" lIns="91425" spcFirstLastPara="1" rIns="91425" wrap="square" tIns="45700">
              <a:noAutofit/>
            </a:bodyPr>
            <a:lstStyle/>
            <a:p>
              <a:pPr indent="0" lvl="0" marL="0" marR="0" rtl="0" algn="l">
                <a:lnSpc>
                  <a:spcPct val="100000"/>
                </a:lnSpc>
                <a:spcBef>
                  <a:spcPts val="0"/>
                </a:spcBef>
                <a:spcAft>
                  <a:spcPts val="0"/>
                </a:spcAft>
                <a:buClr>
                  <a:schemeClr val="lt1"/>
                </a:buClr>
                <a:buSzPts val="2000"/>
                <a:buFont typeface="Calibri"/>
                <a:buNone/>
              </a:pPr>
              <a:r>
                <a:t/>
              </a:r>
              <a:endParaRPr b="1" i="0" sz="2000">
                <a:solidFill>
                  <a:schemeClr val="lt1"/>
                </a:solidFill>
                <a:latin typeface="Calibri"/>
                <a:ea typeface="Calibri"/>
                <a:cs typeface="Calibri"/>
                <a:sym typeface="Calibri"/>
              </a:endParaRPr>
            </a:p>
          </p:txBody>
        </p:sp>
      </p:grpSp>
      <p:sp>
        <p:nvSpPr>
          <p:cNvPr id="176" name="Google Shape;176;p27"/>
          <p:cNvSpPr/>
          <p:nvPr>
            <p:ph type="title"/>
          </p:nvPr>
        </p:nvSpPr>
        <p:spPr>
          <a:xfrm rot="5400000">
            <a:off x="5696712" y="-5190087"/>
            <a:ext cx="457200" cy="11850624"/>
          </a:xfrm>
          <a:prstGeom prst="round2SameRect">
            <a:avLst>
              <a:gd fmla="val 50000" name="adj1"/>
              <a:gd fmla="val 0" name="adj2"/>
            </a:avLst>
          </a:prstGeom>
          <a:noFill/>
          <a:ln>
            <a:noFill/>
          </a:ln>
        </p:spPr>
        <p:txBody>
          <a:bodyPr anchorCtr="0" anchor="t" bIns="45700" lIns="91425" spcFirstLastPara="1" rIns="91425" wrap="square" tIns="45700">
            <a:normAutofit/>
          </a:bodyPr>
          <a:lstStyle>
            <a:lvl1pPr lvl="0">
              <a:spcBef>
                <a:spcPts val="0"/>
              </a:spcBef>
              <a:spcAft>
                <a:spcPts val="0"/>
              </a:spcAft>
              <a:buNone/>
              <a:defRPr/>
            </a:lvl1pPr>
          </a:lstStyle>
          <a:p/>
        </p:txBody>
      </p:sp>
      <p:sp>
        <p:nvSpPr>
          <p:cNvPr id="177" name="Google Shape;177;p27"/>
          <p:cNvSpPr txBox="1"/>
          <p:nvPr/>
        </p:nvSpPr>
        <p:spPr>
          <a:xfrm>
            <a:off x="-12" y="573592"/>
            <a:ext cx="11783669" cy="323291"/>
          </a:xfrm>
          <a:prstGeom prst="rect">
            <a:avLst/>
          </a:prstGeom>
          <a:noFill/>
          <a:ln>
            <a:noFill/>
          </a:ln>
        </p:spPr>
        <p:txBody>
          <a:bodyPr anchorCtr="0" anchor="ctr" bIns="182875" lIns="0" spcFirstLastPara="1" rIns="91425" wrap="square" tIns="0">
            <a:normAutofit/>
          </a:bodyPr>
          <a:lstStyle/>
          <a:p>
            <a:pPr indent="0" lvl="0" marL="13138" marR="42955" rtl="0" algn="ctr">
              <a:lnSpc>
                <a:spcPct val="90000"/>
              </a:lnSpc>
              <a:spcBef>
                <a:spcPts val="0"/>
              </a:spcBef>
              <a:spcAft>
                <a:spcPts val="0"/>
              </a:spcAft>
              <a:buClr>
                <a:schemeClr val="accent3"/>
              </a:buClr>
              <a:buSzPts val="2200"/>
              <a:buFont typeface="Arial"/>
              <a:buNone/>
            </a:pPr>
            <a:r>
              <a:t/>
            </a:r>
            <a:endParaRPr b="0" i="0" sz="2200" u="none" cap="none" strike="noStrike">
              <a:solidFill>
                <a:schemeClr val="accent3"/>
              </a:solidFill>
              <a:latin typeface="Arial"/>
              <a:ea typeface="Arial"/>
              <a:cs typeface="Arial"/>
              <a:sym typeface="Arial"/>
            </a:endParaRPr>
          </a:p>
        </p:txBody>
      </p:sp>
      <p:sp>
        <p:nvSpPr>
          <p:cNvPr id="178" name="Google Shape;178;p27"/>
          <p:cNvSpPr/>
          <p:nvPr/>
        </p:nvSpPr>
        <p:spPr>
          <a:xfrm rot="-2279260">
            <a:off x="329727" y="6383093"/>
            <a:ext cx="366500" cy="330454"/>
          </a:xfrm>
          <a:custGeom>
            <a:rect b="b" l="l" r="r" t="t"/>
            <a:pathLst>
              <a:path extrusionOk="0" h="566992" w="628843">
                <a:moveTo>
                  <a:pt x="356452" y="3205"/>
                </a:moveTo>
                <a:cubicBezTo>
                  <a:pt x="186516" y="-21189"/>
                  <a:pt x="28784" y="96283"/>
                  <a:pt x="3659" y="266001"/>
                </a:cubicBezTo>
                <a:cubicBezTo>
                  <a:pt x="-9197" y="347925"/>
                  <a:pt x="12143" y="431545"/>
                  <a:pt x="62654" y="497293"/>
                </a:cubicBezTo>
                <a:cubicBezTo>
                  <a:pt x="114013" y="565976"/>
                  <a:pt x="186647" y="583913"/>
                  <a:pt x="280555" y="551039"/>
                </a:cubicBezTo>
                <a:cubicBezTo>
                  <a:pt x="361999" y="522992"/>
                  <a:pt x="441680" y="490118"/>
                  <a:pt x="519274" y="452613"/>
                </a:cubicBezTo>
                <a:cubicBezTo>
                  <a:pt x="584533" y="420195"/>
                  <a:pt x="620687" y="374733"/>
                  <a:pt x="627605" y="316225"/>
                </a:cubicBezTo>
                <a:cubicBezTo>
                  <a:pt x="634522" y="257717"/>
                  <a:pt x="612464" y="193926"/>
                  <a:pt x="561366" y="124852"/>
                </a:cubicBezTo>
                <a:cubicBezTo>
                  <a:pt x="512879" y="57669"/>
                  <a:pt x="438679" y="13642"/>
                  <a:pt x="356452" y="3205"/>
                </a:cubicBezTo>
              </a:path>
            </a:pathLst>
          </a:custGeom>
          <a:solidFill>
            <a:srgbClr val="D2E7B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27"/>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i="0" sz="800">
                <a:solidFill>
                  <a:srgbClr val="424242"/>
                </a:solidFill>
                <a:latin typeface="Calibri"/>
                <a:ea typeface="Calibri"/>
                <a:cs typeface="Calibri"/>
                <a:sym typeface="Calibri"/>
              </a:defRPr>
            </a:lvl1pPr>
            <a:lvl2pPr indent="0" lvl="1" marL="0" algn="ctr">
              <a:spcBef>
                <a:spcPts val="0"/>
              </a:spcBef>
              <a:buNone/>
              <a:defRPr b="0" i="0" sz="800">
                <a:solidFill>
                  <a:srgbClr val="424242"/>
                </a:solidFill>
                <a:latin typeface="Calibri"/>
                <a:ea typeface="Calibri"/>
                <a:cs typeface="Calibri"/>
                <a:sym typeface="Calibri"/>
              </a:defRPr>
            </a:lvl2pPr>
            <a:lvl3pPr indent="0" lvl="2" marL="0" algn="ctr">
              <a:spcBef>
                <a:spcPts val="0"/>
              </a:spcBef>
              <a:buNone/>
              <a:defRPr b="0" i="0" sz="800">
                <a:solidFill>
                  <a:srgbClr val="424242"/>
                </a:solidFill>
                <a:latin typeface="Calibri"/>
                <a:ea typeface="Calibri"/>
                <a:cs typeface="Calibri"/>
                <a:sym typeface="Calibri"/>
              </a:defRPr>
            </a:lvl3pPr>
            <a:lvl4pPr indent="0" lvl="3" marL="0" algn="ctr">
              <a:spcBef>
                <a:spcPts val="0"/>
              </a:spcBef>
              <a:buNone/>
              <a:defRPr b="0" i="0" sz="800">
                <a:solidFill>
                  <a:srgbClr val="424242"/>
                </a:solidFill>
                <a:latin typeface="Calibri"/>
                <a:ea typeface="Calibri"/>
                <a:cs typeface="Calibri"/>
                <a:sym typeface="Calibri"/>
              </a:defRPr>
            </a:lvl4pPr>
            <a:lvl5pPr indent="0" lvl="4" marL="0" algn="ctr">
              <a:spcBef>
                <a:spcPts val="0"/>
              </a:spcBef>
              <a:buNone/>
              <a:defRPr b="0" i="0" sz="800">
                <a:solidFill>
                  <a:srgbClr val="424242"/>
                </a:solidFill>
                <a:latin typeface="Calibri"/>
                <a:ea typeface="Calibri"/>
                <a:cs typeface="Calibri"/>
                <a:sym typeface="Calibri"/>
              </a:defRPr>
            </a:lvl5pPr>
            <a:lvl6pPr indent="0" lvl="5" marL="0" algn="ctr">
              <a:spcBef>
                <a:spcPts val="0"/>
              </a:spcBef>
              <a:buNone/>
              <a:defRPr b="0" i="0" sz="800">
                <a:solidFill>
                  <a:srgbClr val="424242"/>
                </a:solidFill>
                <a:latin typeface="Calibri"/>
                <a:ea typeface="Calibri"/>
                <a:cs typeface="Calibri"/>
                <a:sym typeface="Calibri"/>
              </a:defRPr>
            </a:lvl6pPr>
            <a:lvl7pPr indent="0" lvl="6" marL="0" algn="ctr">
              <a:spcBef>
                <a:spcPts val="0"/>
              </a:spcBef>
              <a:buNone/>
              <a:defRPr b="0" i="0" sz="800">
                <a:solidFill>
                  <a:srgbClr val="424242"/>
                </a:solidFill>
                <a:latin typeface="Calibri"/>
                <a:ea typeface="Calibri"/>
                <a:cs typeface="Calibri"/>
                <a:sym typeface="Calibri"/>
              </a:defRPr>
            </a:lvl7pPr>
            <a:lvl8pPr indent="0" lvl="7" marL="0" algn="ctr">
              <a:spcBef>
                <a:spcPts val="0"/>
              </a:spcBef>
              <a:buNone/>
              <a:defRPr b="0" i="0" sz="800">
                <a:solidFill>
                  <a:srgbClr val="424242"/>
                </a:solidFill>
                <a:latin typeface="Calibri"/>
                <a:ea typeface="Calibri"/>
                <a:cs typeface="Calibri"/>
                <a:sym typeface="Calibri"/>
              </a:defRPr>
            </a:lvl8pPr>
            <a:lvl9pPr indent="0" lvl="8" marL="0" algn="ctr">
              <a:spcBef>
                <a:spcPts val="0"/>
              </a:spcBef>
              <a:buNone/>
              <a:defRPr b="0" i="0" sz="800">
                <a:solidFill>
                  <a:srgbClr val="424242"/>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80" name="Google Shape;180;p27"/>
          <p:cNvSpPr/>
          <p:nvPr/>
        </p:nvSpPr>
        <p:spPr>
          <a:xfrm>
            <a:off x="139253" y="152400"/>
            <a:ext cx="1094742" cy="1097280"/>
          </a:xfrm>
          <a:custGeom>
            <a:rect b="b" l="l" r="r" t="t"/>
            <a:pathLst>
              <a:path extrusionOk="0" h="1990970" w="1941941">
                <a:moveTo>
                  <a:pt x="1715042" y="243572"/>
                </a:moveTo>
                <a:cubicBezTo>
                  <a:pt x="1683537" y="223280"/>
                  <a:pt x="1650687" y="204711"/>
                  <a:pt x="1617068" y="188056"/>
                </a:cubicBezTo>
                <a:cubicBezTo>
                  <a:pt x="1532158" y="143834"/>
                  <a:pt x="1443214" y="107653"/>
                  <a:pt x="1351580" y="80278"/>
                </a:cubicBezTo>
                <a:cubicBezTo>
                  <a:pt x="1307588" y="68983"/>
                  <a:pt x="1262060" y="58263"/>
                  <a:pt x="1214802" y="48117"/>
                </a:cubicBezTo>
                <a:cubicBezTo>
                  <a:pt x="1095889" y="24379"/>
                  <a:pt x="975632" y="8681"/>
                  <a:pt x="854606" y="1024"/>
                </a:cubicBezTo>
                <a:cubicBezTo>
                  <a:pt x="797167" y="-1274"/>
                  <a:pt x="739535" y="258"/>
                  <a:pt x="682288" y="6001"/>
                </a:cubicBezTo>
                <a:cubicBezTo>
                  <a:pt x="648478" y="10595"/>
                  <a:pt x="617549" y="16147"/>
                  <a:pt x="589310" y="22847"/>
                </a:cubicBezTo>
                <a:cubicBezTo>
                  <a:pt x="532447" y="38353"/>
                  <a:pt x="479810" y="66686"/>
                  <a:pt x="435434" y="105547"/>
                </a:cubicBezTo>
                <a:cubicBezTo>
                  <a:pt x="431016" y="108802"/>
                  <a:pt x="425829" y="112822"/>
                  <a:pt x="420258" y="117225"/>
                </a:cubicBezTo>
                <a:cubicBezTo>
                  <a:pt x="-73450" y="758533"/>
                  <a:pt x="-132234" y="1252244"/>
                  <a:pt x="244290" y="1598167"/>
                </a:cubicBezTo>
                <a:cubicBezTo>
                  <a:pt x="619662" y="1944091"/>
                  <a:pt x="1006945" y="2061632"/>
                  <a:pt x="1405754" y="1950408"/>
                </a:cubicBezTo>
                <a:cubicBezTo>
                  <a:pt x="1481251" y="1918821"/>
                  <a:pt x="1546182" y="1855456"/>
                  <a:pt x="1600163" y="1759930"/>
                </a:cubicBezTo>
                <a:lnTo>
                  <a:pt x="1617068" y="1719537"/>
                </a:lnTo>
                <a:cubicBezTo>
                  <a:pt x="1627250" y="1694842"/>
                  <a:pt x="1638392" y="1669573"/>
                  <a:pt x="1650879" y="1643729"/>
                </a:cubicBezTo>
                <a:cubicBezTo>
                  <a:pt x="1655297" y="1628031"/>
                  <a:pt x="1660484" y="1611759"/>
                  <a:pt x="1666055" y="1594913"/>
                </a:cubicBezTo>
                <a:cubicBezTo>
                  <a:pt x="1717923" y="1407307"/>
                  <a:pt x="1777668" y="1223720"/>
                  <a:pt x="1845289" y="1043963"/>
                </a:cubicBezTo>
                <a:cubicBezTo>
                  <a:pt x="1854318" y="1020416"/>
                  <a:pt x="1863346" y="996870"/>
                  <a:pt x="1872375" y="973323"/>
                </a:cubicBezTo>
                <a:cubicBezTo>
                  <a:pt x="1895428" y="908044"/>
                  <a:pt x="1915215" y="841616"/>
                  <a:pt x="1931543" y="774422"/>
                </a:cubicBezTo>
                <a:cubicBezTo>
                  <a:pt x="1935962" y="744175"/>
                  <a:pt x="1938843" y="716608"/>
                  <a:pt x="1939996" y="691913"/>
                </a:cubicBezTo>
                <a:cubicBezTo>
                  <a:pt x="1943454" y="649798"/>
                  <a:pt x="1942301" y="607490"/>
                  <a:pt x="1936538" y="565566"/>
                </a:cubicBezTo>
                <a:cubicBezTo>
                  <a:pt x="1930583" y="535319"/>
                  <a:pt x="1922707" y="505455"/>
                  <a:pt x="1912909" y="476357"/>
                </a:cubicBezTo>
                <a:cubicBezTo>
                  <a:pt x="1900231" y="447642"/>
                  <a:pt x="1885631" y="419884"/>
                  <a:pt x="1869110" y="393466"/>
                </a:cubicBezTo>
                <a:cubicBezTo>
                  <a:pt x="1849707" y="367239"/>
                  <a:pt x="1828191" y="342353"/>
                  <a:pt x="1804947" y="319380"/>
                </a:cubicBezTo>
                <a:cubicBezTo>
                  <a:pt x="1776899" y="292005"/>
                  <a:pt x="1746931" y="266544"/>
                  <a:pt x="1715234" y="243572"/>
                </a:cubicBezTo>
              </a:path>
            </a:pathLst>
          </a:custGeom>
          <a:solidFill>
            <a:schemeClr val="accent3"/>
          </a:solidFill>
          <a:ln>
            <a:noFill/>
          </a:ln>
        </p:spPr>
        <p:txBody>
          <a:bodyPr anchorCtr="0" anchor="b" bIns="182875" lIns="91425" spcFirstLastPara="1" rIns="91425" wrap="square" tIns="45700">
            <a:noAutofit/>
          </a:bodyPr>
          <a:lstStyle/>
          <a:p>
            <a:pPr indent="0" lvl="1" marL="24166" marR="79020" rtl="0" algn="ctr">
              <a:spcBef>
                <a:spcPts val="0"/>
              </a:spcBef>
              <a:spcAft>
                <a:spcPts val="0"/>
              </a:spcAft>
              <a:buNone/>
            </a:pPr>
            <a:r>
              <a:t/>
            </a:r>
            <a:endParaRPr b="1" i="0" sz="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p:cSld name="Content Slide">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7495"/>
            <a:ext cx="10906757" cy="135636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096F3C"/>
              </a:buClr>
              <a:buSzPts val="2800"/>
              <a:buFont typeface="Arial"/>
              <a:buNone/>
              <a:defRPr b="1" sz="2800">
                <a:solidFill>
                  <a:srgbClr val="096F3C"/>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8"/>
          <p:cNvSpPr/>
          <p:nvPr/>
        </p:nvSpPr>
        <p:spPr>
          <a:xfrm>
            <a:off x="9982200" y="0"/>
            <a:ext cx="2209800" cy="135636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Icon&#10;&#10;Description automatically generated" id="184" name="Google Shape;184;p28"/>
          <p:cNvPicPr preferRelativeResize="0"/>
          <p:nvPr/>
        </p:nvPicPr>
        <p:blipFill rotWithShape="1">
          <a:blip r:embed="rId2">
            <a:alphaModFix/>
          </a:blip>
          <a:srcRect b="38477" l="-6342" r="-9234" t="22896"/>
          <a:stretch/>
        </p:blipFill>
        <p:spPr>
          <a:xfrm rot="-5400000">
            <a:off x="-508251" y="339895"/>
            <a:ext cx="1642094" cy="625592"/>
          </a:xfrm>
          <a:prstGeom prst="rect">
            <a:avLst/>
          </a:prstGeom>
          <a:noFill/>
          <a:ln>
            <a:noFill/>
          </a:ln>
        </p:spPr>
      </p:pic>
      <p:sp>
        <p:nvSpPr>
          <p:cNvPr id="185" name="Google Shape;185;p28"/>
          <p:cNvSpPr txBox="1"/>
          <p:nvPr/>
        </p:nvSpPr>
        <p:spPr>
          <a:xfrm>
            <a:off x="10522598" y="268552"/>
            <a:ext cx="1368683" cy="223578"/>
          </a:xfrm>
          <a:prstGeom prst="rect">
            <a:avLst/>
          </a:prstGeom>
          <a:noFill/>
          <a:ln>
            <a:noFill/>
          </a:ln>
        </p:spPr>
        <p:txBody>
          <a:bodyPr anchorCtr="0" anchor="ctr" bIns="45700" lIns="91425" spcFirstLastPara="1" rIns="0" wrap="square" tIns="45700">
            <a:noAutofit/>
          </a:bodyPr>
          <a:lstStyle/>
          <a:p>
            <a:pPr indent="0" lvl="0" marL="0" marR="0" rtl="0" algn="ctr">
              <a:spcBef>
                <a:spcPts val="0"/>
              </a:spcBef>
              <a:spcAft>
                <a:spcPts val="0"/>
              </a:spcAft>
              <a:buNone/>
            </a:pPr>
            <a:fld id="{00000000-1234-1234-1234-123412341234}" type="slidenum">
              <a:rPr lang="en-US" sz="1200">
                <a:solidFill>
                  <a:schemeClr val="lt1"/>
                </a:solidFill>
                <a:latin typeface="Arial"/>
                <a:ea typeface="Arial"/>
                <a:cs typeface="Arial"/>
                <a:sym typeface="Arial"/>
              </a:rPr>
              <a:t>‹#›</a:t>
            </a:fld>
            <a:endParaRPr sz="1200">
              <a:solidFill>
                <a:schemeClr val="lt1"/>
              </a:solidFill>
              <a:latin typeface="Arial"/>
              <a:ea typeface="Arial"/>
              <a:cs typeface="Arial"/>
              <a:sym typeface="Arial"/>
            </a:endParaRPr>
          </a:p>
        </p:txBody>
      </p:sp>
      <p:sp>
        <p:nvSpPr>
          <p:cNvPr id="186" name="Google Shape;186;p28"/>
          <p:cNvSpPr txBox="1"/>
          <p:nvPr>
            <p:ph idx="12" type="sldNum"/>
          </p:nvPr>
        </p:nvSpPr>
        <p:spPr>
          <a:xfrm>
            <a:off x="11512550" y="6522633"/>
            <a:ext cx="434974" cy="215444"/>
          </a:xfrm>
          <a:prstGeom prst="rect">
            <a:avLst/>
          </a:prstGeom>
          <a:noFill/>
          <a:ln>
            <a:noFill/>
          </a:ln>
        </p:spPr>
        <p:txBody>
          <a:bodyPr anchorCtr="0" anchor="b" bIns="45700" lIns="0" spcFirstLastPara="1" rIns="0" wrap="square" tIns="0">
            <a:noAutofit/>
          </a:bodyPr>
          <a:lstStyle>
            <a:lvl1pPr indent="0" lvl="0" marL="0" algn="ctr">
              <a:spcBef>
                <a:spcPts val="0"/>
              </a:spcBef>
              <a:buNone/>
              <a:defRPr b="1" sz="1200">
                <a:solidFill>
                  <a:srgbClr val="096F3C"/>
                </a:solidFill>
                <a:latin typeface="Arial"/>
                <a:ea typeface="Arial"/>
                <a:cs typeface="Arial"/>
                <a:sym typeface="Arial"/>
              </a:defRPr>
            </a:lvl1pPr>
            <a:lvl2pPr indent="0" lvl="1" marL="0" algn="ctr">
              <a:spcBef>
                <a:spcPts val="0"/>
              </a:spcBef>
              <a:buNone/>
              <a:defRPr b="1" sz="1200">
                <a:solidFill>
                  <a:srgbClr val="096F3C"/>
                </a:solidFill>
                <a:latin typeface="Arial"/>
                <a:ea typeface="Arial"/>
                <a:cs typeface="Arial"/>
                <a:sym typeface="Arial"/>
              </a:defRPr>
            </a:lvl2pPr>
            <a:lvl3pPr indent="0" lvl="2" marL="0" algn="ctr">
              <a:spcBef>
                <a:spcPts val="0"/>
              </a:spcBef>
              <a:buNone/>
              <a:defRPr b="1" sz="1200">
                <a:solidFill>
                  <a:srgbClr val="096F3C"/>
                </a:solidFill>
                <a:latin typeface="Arial"/>
                <a:ea typeface="Arial"/>
                <a:cs typeface="Arial"/>
                <a:sym typeface="Arial"/>
              </a:defRPr>
            </a:lvl3pPr>
            <a:lvl4pPr indent="0" lvl="3" marL="0" algn="ctr">
              <a:spcBef>
                <a:spcPts val="0"/>
              </a:spcBef>
              <a:buNone/>
              <a:defRPr b="1" sz="1200">
                <a:solidFill>
                  <a:srgbClr val="096F3C"/>
                </a:solidFill>
                <a:latin typeface="Arial"/>
                <a:ea typeface="Arial"/>
                <a:cs typeface="Arial"/>
                <a:sym typeface="Arial"/>
              </a:defRPr>
            </a:lvl4pPr>
            <a:lvl5pPr indent="0" lvl="4" marL="0" algn="ctr">
              <a:spcBef>
                <a:spcPts val="0"/>
              </a:spcBef>
              <a:buNone/>
              <a:defRPr b="1" sz="1200">
                <a:solidFill>
                  <a:srgbClr val="096F3C"/>
                </a:solidFill>
                <a:latin typeface="Arial"/>
                <a:ea typeface="Arial"/>
                <a:cs typeface="Arial"/>
                <a:sym typeface="Arial"/>
              </a:defRPr>
            </a:lvl5pPr>
            <a:lvl6pPr indent="0" lvl="5" marL="0" algn="ctr">
              <a:spcBef>
                <a:spcPts val="0"/>
              </a:spcBef>
              <a:buNone/>
              <a:defRPr b="1" sz="1200">
                <a:solidFill>
                  <a:srgbClr val="096F3C"/>
                </a:solidFill>
                <a:latin typeface="Arial"/>
                <a:ea typeface="Arial"/>
                <a:cs typeface="Arial"/>
                <a:sym typeface="Arial"/>
              </a:defRPr>
            </a:lvl6pPr>
            <a:lvl7pPr indent="0" lvl="6" marL="0" algn="ctr">
              <a:spcBef>
                <a:spcPts val="0"/>
              </a:spcBef>
              <a:buNone/>
              <a:defRPr b="1" sz="1200">
                <a:solidFill>
                  <a:srgbClr val="096F3C"/>
                </a:solidFill>
                <a:latin typeface="Arial"/>
                <a:ea typeface="Arial"/>
                <a:cs typeface="Arial"/>
                <a:sym typeface="Arial"/>
              </a:defRPr>
            </a:lvl7pPr>
            <a:lvl8pPr indent="0" lvl="7" marL="0" algn="ctr">
              <a:spcBef>
                <a:spcPts val="0"/>
              </a:spcBef>
              <a:buNone/>
              <a:defRPr b="1" sz="1200">
                <a:solidFill>
                  <a:srgbClr val="096F3C"/>
                </a:solidFill>
                <a:latin typeface="Arial"/>
                <a:ea typeface="Arial"/>
                <a:cs typeface="Arial"/>
                <a:sym typeface="Arial"/>
              </a:defRPr>
            </a:lvl8pPr>
            <a:lvl9pPr indent="0" lvl="8" marL="0" algn="ctr">
              <a:spcBef>
                <a:spcPts val="0"/>
              </a:spcBef>
              <a:buNone/>
              <a:defRPr b="1" sz="1200">
                <a:solidFill>
                  <a:srgbClr val="096F3C"/>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87" name="Google Shape;187;p28"/>
          <p:cNvSpPr txBox="1"/>
          <p:nvPr>
            <p:ph idx="11" type="ftr"/>
          </p:nvPr>
        </p:nvSpPr>
        <p:spPr>
          <a:xfrm>
            <a:off x="362433" y="6157835"/>
            <a:ext cx="10048284" cy="364798"/>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900">
                <a:solidFill>
                  <a:srgbClr val="000000"/>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8" name="Google Shape;188;p28"/>
          <p:cNvSpPr txBox="1"/>
          <p:nvPr>
            <p:ph idx="1" type="body"/>
          </p:nvPr>
        </p:nvSpPr>
        <p:spPr>
          <a:xfrm>
            <a:off x="823912" y="1644650"/>
            <a:ext cx="10906125" cy="4118476"/>
          </a:xfrm>
          <a:prstGeom prst="rect">
            <a:avLst/>
          </a:prstGeom>
          <a:noFill/>
          <a:ln>
            <a:noFill/>
          </a:ln>
        </p:spPr>
        <p:txBody>
          <a:bodyPr anchorCtr="0" anchor="t" bIns="0" lIns="0" spcFirstLastPara="1" rIns="0" wrap="square" tIns="0">
            <a:normAutofit/>
          </a:bodyPr>
          <a:lstStyle>
            <a:lvl1pPr indent="-355600" lvl="0" marL="457200" algn="l">
              <a:lnSpc>
                <a:spcPct val="90000"/>
              </a:lnSpc>
              <a:spcBef>
                <a:spcPts val="1000"/>
              </a:spcBef>
              <a:spcAft>
                <a:spcPts val="0"/>
              </a:spcAft>
              <a:buSzPts val="2000"/>
              <a:buChar char="•"/>
              <a:defRPr sz="2000">
                <a:solidFill>
                  <a:srgbClr val="2C2D2C"/>
                </a:solidFill>
              </a:defRPr>
            </a:lvl1pPr>
            <a:lvl2pPr indent="-342900" lvl="1" marL="914400" algn="l">
              <a:lnSpc>
                <a:spcPct val="90000"/>
              </a:lnSpc>
              <a:spcBef>
                <a:spcPts val="500"/>
              </a:spcBef>
              <a:spcAft>
                <a:spcPts val="0"/>
              </a:spcAft>
              <a:buSzPts val="1800"/>
              <a:buChar char="–"/>
              <a:defRPr sz="1800">
                <a:solidFill>
                  <a:srgbClr val="2C2D2C"/>
                </a:solidFill>
              </a:defRPr>
            </a:lvl2pPr>
            <a:lvl3pPr indent="-330200" lvl="2" marL="1371600" algn="l">
              <a:lnSpc>
                <a:spcPct val="90000"/>
              </a:lnSpc>
              <a:spcBef>
                <a:spcPts val="500"/>
              </a:spcBef>
              <a:spcAft>
                <a:spcPts val="0"/>
              </a:spcAft>
              <a:buSzPts val="1600"/>
              <a:buChar char="•"/>
              <a:defRPr sz="1600">
                <a:solidFill>
                  <a:srgbClr val="2C2D2C"/>
                </a:solidFill>
              </a:defRPr>
            </a:lvl3pPr>
            <a:lvl4pPr indent="-317500" lvl="3" marL="1828800" algn="l">
              <a:lnSpc>
                <a:spcPct val="90000"/>
              </a:lnSpc>
              <a:spcBef>
                <a:spcPts val="500"/>
              </a:spcBef>
              <a:spcAft>
                <a:spcPts val="0"/>
              </a:spcAft>
              <a:buSzPts val="1400"/>
              <a:buChar char="•"/>
              <a:defRPr sz="1400">
                <a:solidFill>
                  <a:srgbClr val="2C2D2C"/>
                </a:solidFill>
              </a:defRPr>
            </a:lvl4pPr>
            <a:lvl5pPr indent="-317500" lvl="4" marL="2286000" algn="l">
              <a:lnSpc>
                <a:spcPct val="90000"/>
              </a:lnSpc>
              <a:spcBef>
                <a:spcPts val="500"/>
              </a:spcBef>
              <a:spcAft>
                <a:spcPts val="0"/>
              </a:spcAft>
              <a:buSzPts val="1400"/>
              <a:buChar char="•"/>
              <a:defRPr sz="1400">
                <a:solidFill>
                  <a:srgbClr val="2C2D2C"/>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cal Affairs Content_GOOD" showMasterSp="0">
  <p:cSld name="Medical Affairs Content_GOOD">
    <p:spTree>
      <p:nvGrpSpPr>
        <p:cNvPr id="189" name="Shape 189"/>
        <p:cNvGrpSpPr/>
        <p:nvPr/>
      </p:nvGrpSpPr>
      <p:grpSpPr>
        <a:xfrm>
          <a:off x="0" y="0"/>
          <a:ext cx="0" cy="0"/>
          <a:chOff x="0" y="0"/>
          <a:chExt cx="0" cy="0"/>
        </a:xfrm>
      </p:grpSpPr>
      <p:sp>
        <p:nvSpPr>
          <p:cNvPr id="190" name="Google Shape;190;p29"/>
          <p:cNvSpPr txBox="1"/>
          <p:nvPr>
            <p:ph type="title"/>
          </p:nvPr>
        </p:nvSpPr>
        <p:spPr>
          <a:xfrm>
            <a:off x="1016007" y="492130"/>
            <a:ext cx="7755459" cy="100647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rgbClr val="91C352"/>
              </a:buClr>
              <a:buSzPts val="2800"/>
              <a:buFont typeface="Arial"/>
              <a:buNone/>
              <a:defRPr b="0" sz="2800">
                <a:solidFill>
                  <a:srgbClr val="91C35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29"/>
          <p:cNvSpPr txBox="1"/>
          <p:nvPr>
            <p:ph idx="1" type="body"/>
          </p:nvPr>
        </p:nvSpPr>
        <p:spPr>
          <a:xfrm>
            <a:off x="1016006" y="1944163"/>
            <a:ext cx="10405829" cy="4351338"/>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SzPts val="2000"/>
              <a:buFont typeface="Arial"/>
              <a:buChar char="•"/>
              <a:defRPr sz="2000">
                <a:solidFill>
                  <a:srgbClr val="727272"/>
                </a:solidFill>
                <a:latin typeface="Calibri"/>
                <a:ea typeface="Calibri"/>
                <a:cs typeface="Calibri"/>
                <a:sym typeface="Calibri"/>
              </a:defRPr>
            </a:lvl1pPr>
            <a:lvl2pPr indent="-228600" lvl="1" marL="914400" algn="l">
              <a:lnSpc>
                <a:spcPct val="90000"/>
              </a:lnSpc>
              <a:spcBef>
                <a:spcPts val="500"/>
              </a:spcBef>
              <a:spcAft>
                <a:spcPts val="0"/>
              </a:spcAft>
              <a:buSzPts val="1600"/>
              <a:buNone/>
              <a:defRPr sz="1600">
                <a:solidFill>
                  <a:srgbClr val="727272"/>
                </a:solidFill>
                <a:latin typeface="Calibri"/>
                <a:ea typeface="Calibri"/>
                <a:cs typeface="Calibri"/>
                <a:sym typeface="Calibri"/>
              </a:defRPr>
            </a:lvl2pPr>
            <a:lvl3pPr indent="-228600" lvl="2" marL="1371600" algn="l">
              <a:lnSpc>
                <a:spcPct val="90000"/>
              </a:lnSpc>
              <a:spcBef>
                <a:spcPts val="500"/>
              </a:spcBef>
              <a:spcAft>
                <a:spcPts val="0"/>
              </a:spcAft>
              <a:buSzPts val="1200"/>
              <a:buNone/>
              <a:defRPr sz="1200">
                <a:solidFill>
                  <a:srgbClr val="727272"/>
                </a:solidFill>
                <a:latin typeface="Calibri"/>
                <a:ea typeface="Calibri"/>
                <a:cs typeface="Calibri"/>
                <a:sym typeface="Calibri"/>
              </a:defRPr>
            </a:lvl3pPr>
            <a:lvl4pPr indent="-228600" lvl="3" marL="1828800" algn="l">
              <a:lnSpc>
                <a:spcPct val="90000"/>
              </a:lnSpc>
              <a:spcBef>
                <a:spcPts val="500"/>
              </a:spcBef>
              <a:spcAft>
                <a:spcPts val="0"/>
              </a:spcAft>
              <a:buSzPts val="1400"/>
              <a:buNone/>
              <a:defRPr sz="1400">
                <a:solidFill>
                  <a:schemeClr val="lt1"/>
                </a:solidFill>
                <a:latin typeface="Arial"/>
                <a:ea typeface="Arial"/>
                <a:cs typeface="Arial"/>
                <a:sym typeface="Arial"/>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29"/>
          <p:cNvSpPr txBox="1"/>
          <p:nvPr>
            <p:ph idx="12" type="sldNum"/>
          </p:nvPr>
        </p:nvSpPr>
        <p:spPr>
          <a:xfrm>
            <a:off x="9296400" y="6492875"/>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800">
                <a:solidFill>
                  <a:srgbClr val="595959"/>
                </a:solidFill>
                <a:latin typeface="Arial"/>
                <a:ea typeface="Arial"/>
                <a:cs typeface="Arial"/>
                <a:sym typeface="Arial"/>
              </a:defRPr>
            </a:lvl1pPr>
            <a:lvl2pPr indent="0" lvl="1" marL="0" algn="r">
              <a:spcBef>
                <a:spcPts val="0"/>
              </a:spcBef>
              <a:buNone/>
              <a:defRPr sz="800">
                <a:solidFill>
                  <a:srgbClr val="595959"/>
                </a:solidFill>
                <a:latin typeface="Arial"/>
                <a:ea typeface="Arial"/>
                <a:cs typeface="Arial"/>
                <a:sym typeface="Arial"/>
              </a:defRPr>
            </a:lvl2pPr>
            <a:lvl3pPr indent="0" lvl="2" marL="0" algn="r">
              <a:spcBef>
                <a:spcPts val="0"/>
              </a:spcBef>
              <a:buNone/>
              <a:defRPr sz="800">
                <a:solidFill>
                  <a:srgbClr val="595959"/>
                </a:solidFill>
                <a:latin typeface="Arial"/>
                <a:ea typeface="Arial"/>
                <a:cs typeface="Arial"/>
                <a:sym typeface="Arial"/>
              </a:defRPr>
            </a:lvl3pPr>
            <a:lvl4pPr indent="0" lvl="3" marL="0" algn="r">
              <a:spcBef>
                <a:spcPts val="0"/>
              </a:spcBef>
              <a:buNone/>
              <a:defRPr sz="800">
                <a:solidFill>
                  <a:srgbClr val="595959"/>
                </a:solidFill>
                <a:latin typeface="Arial"/>
                <a:ea typeface="Arial"/>
                <a:cs typeface="Arial"/>
                <a:sym typeface="Arial"/>
              </a:defRPr>
            </a:lvl4pPr>
            <a:lvl5pPr indent="0" lvl="4" marL="0" algn="r">
              <a:spcBef>
                <a:spcPts val="0"/>
              </a:spcBef>
              <a:buNone/>
              <a:defRPr sz="800">
                <a:solidFill>
                  <a:srgbClr val="595959"/>
                </a:solidFill>
                <a:latin typeface="Arial"/>
                <a:ea typeface="Arial"/>
                <a:cs typeface="Arial"/>
                <a:sym typeface="Arial"/>
              </a:defRPr>
            </a:lvl5pPr>
            <a:lvl6pPr indent="0" lvl="5" marL="0" algn="r">
              <a:spcBef>
                <a:spcPts val="0"/>
              </a:spcBef>
              <a:buNone/>
              <a:defRPr sz="800">
                <a:solidFill>
                  <a:srgbClr val="595959"/>
                </a:solidFill>
                <a:latin typeface="Arial"/>
                <a:ea typeface="Arial"/>
                <a:cs typeface="Arial"/>
                <a:sym typeface="Arial"/>
              </a:defRPr>
            </a:lvl6pPr>
            <a:lvl7pPr indent="0" lvl="6" marL="0" algn="r">
              <a:spcBef>
                <a:spcPts val="0"/>
              </a:spcBef>
              <a:buNone/>
              <a:defRPr sz="800">
                <a:solidFill>
                  <a:srgbClr val="595959"/>
                </a:solidFill>
                <a:latin typeface="Arial"/>
                <a:ea typeface="Arial"/>
                <a:cs typeface="Arial"/>
                <a:sym typeface="Arial"/>
              </a:defRPr>
            </a:lvl7pPr>
            <a:lvl8pPr indent="0" lvl="7" marL="0" algn="r">
              <a:spcBef>
                <a:spcPts val="0"/>
              </a:spcBef>
              <a:buNone/>
              <a:defRPr sz="800">
                <a:solidFill>
                  <a:srgbClr val="595959"/>
                </a:solidFill>
                <a:latin typeface="Arial"/>
                <a:ea typeface="Arial"/>
                <a:cs typeface="Arial"/>
                <a:sym typeface="Arial"/>
              </a:defRPr>
            </a:lvl8pPr>
            <a:lvl9pPr indent="0" lvl="8" marL="0" algn="r">
              <a:spcBef>
                <a:spcPts val="0"/>
              </a:spcBef>
              <a:buNone/>
              <a:defRPr sz="800">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Icon&#10;&#10;Description automatically generated" id="193" name="Google Shape;193;p29"/>
          <p:cNvPicPr preferRelativeResize="0"/>
          <p:nvPr/>
        </p:nvPicPr>
        <p:blipFill rotWithShape="1">
          <a:blip r:embed="rId2">
            <a:alphaModFix/>
          </a:blip>
          <a:srcRect b="0" l="-6342" r="-9234" t="0"/>
          <a:stretch/>
        </p:blipFill>
        <p:spPr>
          <a:xfrm rot="-5400000">
            <a:off x="-508251" y="647902"/>
            <a:ext cx="1642094" cy="625592"/>
          </a:xfrm>
          <a:prstGeom prst="rect">
            <a:avLst/>
          </a:prstGeom>
          <a:noFill/>
          <a:ln>
            <a:noFill/>
          </a:ln>
        </p:spPr>
      </p:pic>
      <p:pic>
        <p:nvPicPr>
          <p:cNvPr id="194" name="Google Shape;194;p29"/>
          <p:cNvPicPr preferRelativeResize="0"/>
          <p:nvPr/>
        </p:nvPicPr>
        <p:blipFill rotWithShape="1">
          <a:blip r:embed="rId3">
            <a:alphaModFix/>
          </a:blip>
          <a:srcRect b="0" l="0" r="0" t="0"/>
          <a:stretch/>
        </p:blipFill>
        <p:spPr>
          <a:xfrm>
            <a:off x="10172948" y="412429"/>
            <a:ext cx="1688252" cy="779193"/>
          </a:xfrm>
          <a:prstGeom prst="rect">
            <a:avLst/>
          </a:prstGeom>
          <a:noFill/>
          <a:ln>
            <a:noFill/>
          </a:ln>
        </p:spPr>
      </p:pic>
    </p:spTree>
  </p:cSld>
  <p:clrMapOvr>
    <a:masterClrMapping/>
  </p:clrMapOvr>
  <p:extLst>
    <p:ext uri="{DCECCB84-F9BA-43D5-87BE-67443E8EF086}">
      <p15:sldGuideLst>
        <p15:guide id="1" orient="horz" pos="303">
          <p15:clr>
            <a:srgbClr val="FBAE40"/>
          </p15:clr>
        </p15:guide>
        <p15:guide id="2" pos="640">
          <p15:clr>
            <a:srgbClr val="FBAE40"/>
          </p15:clr>
        </p15:guide>
        <p15:guide id="3" pos="7203">
          <p15:clr>
            <a:srgbClr val="FBAE40"/>
          </p15:clr>
        </p15:guide>
        <p15:guide id="4" orient="horz" pos="948">
          <p15:clr>
            <a:srgbClr val="FBAE40"/>
          </p15:clr>
        </p15:guide>
        <p15:guide id="5" orient="horz" pos="1216">
          <p15:clr>
            <a:srgbClr val="FBAE40"/>
          </p15:clr>
        </p15:guide>
        <p15:guide id="6" orient="horz" pos="396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bg>
      <p:bgPr>
        <a:solidFill>
          <a:schemeClr val="dk1"/>
        </a:solidFill>
      </p:bgPr>
    </p:bg>
    <p:spTree>
      <p:nvGrpSpPr>
        <p:cNvPr id="201" name="Shape 201"/>
        <p:cNvGrpSpPr/>
        <p:nvPr/>
      </p:nvGrpSpPr>
      <p:grpSpPr>
        <a:xfrm>
          <a:off x="0" y="0"/>
          <a:ext cx="0" cy="0"/>
          <a:chOff x="0" y="0"/>
          <a:chExt cx="0" cy="0"/>
        </a:xfrm>
      </p:grpSpPr>
      <p:sp>
        <p:nvSpPr>
          <p:cNvPr id="202" name="Google Shape;202;p31"/>
          <p:cNvSpPr txBox="1"/>
          <p:nvPr>
            <p:ph type="title"/>
          </p:nvPr>
        </p:nvSpPr>
        <p:spPr>
          <a:xfrm>
            <a:off x="527051" y="2654351"/>
            <a:ext cx="7600949" cy="1329595"/>
          </a:xfrm>
          <a:prstGeom prst="rect">
            <a:avLst/>
          </a:prstGeom>
          <a:noFill/>
          <a:ln>
            <a:noFill/>
          </a:ln>
        </p:spPr>
        <p:txBody>
          <a:bodyPr anchorCtr="0" anchor="b" bIns="0" lIns="0" spcFirstLastPara="1" rIns="0" wrap="square" tIns="0">
            <a:spAutoFit/>
          </a:bodyPr>
          <a:lstStyle>
            <a:lvl1pPr lvl="0" algn="l">
              <a:lnSpc>
                <a:spcPct val="90000"/>
              </a:lnSpc>
              <a:spcBef>
                <a:spcPts val="0"/>
              </a:spcBef>
              <a:spcAft>
                <a:spcPts val="0"/>
              </a:spcAft>
              <a:buClr>
                <a:schemeClr val="accent1"/>
              </a:buClr>
              <a:buSzPts val="4800"/>
              <a:buFont typeface="Calibri"/>
              <a:buNone/>
              <a:defRPr sz="48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1"/>
          <p:cNvSpPr txBox="1"/>
          <p:nvPr>
            <p:ph idx="1" type="body"/>
          </p:nvPr>
        </p:nvSpPr>
        <p:spPr>
          <a:xfrm>
            <a:off x="527052" y="4389556"/>
            <a:ext cx="5412318" cy="372090"/>
          </a:xfrm>
          <a:prstGeom prst="rect">
            <a:avLst/>
          </a:prstGeom>
          <a:noFill/>
          <a:ln>
            <a:noFill/>
          </a:ln>
        </p:spPr>
        <p:txBody>
          <a:bodyPr anchorCtr="0" anchor="t" bIns="0" lIns="0" spcFirstLastPara="1" rIns="0" wrap="square" tIns="0">
            <a:spAutoFit/>
          </a:bodyPr>
          <a:lstStyle>
            <a:lvl1pPr indent="-228600" lvl="0" marL="457200" algn="l">
              <a:lnSpc>
                <a:spcPct val="105000"/>
              </a:lnSpc>
              <a:spcBef>
                <a:spcPts val="600"/>
              </a:spcBef>
              <a:spcAft>
                <a:spcPts val="0"/>
              </a:spcAft>
              <a:buSzPts val="2400"/>
              <a:buNone/>
              <a:defRPr sz="2400">
                <a:solidFill>
                  <a:schemeClr val="lt1"/>
                </a:solidFill>
                <a:latin typeface="Calibri"/>
                <a:ea typeface="Calibri"/>
                <a:cs typeface="Calibri"/>
                <a:sym typeface="Calibri"/>
              </a:defRPr>
            </a:lvl1pPr>
            <a:lvl2pPr indent="-336550" lvl="1" marL="914400" algn="l">
              <a:lnSpc>
                <a:spcPct val="105000"/>
              </a:lnSpc>
              <a:spcBef>
                <a:spcPts val="400"/>
              </a:spcBef>
              <a:spcAft>
                <a:spcPts val="0"/>
              </a:spcAft>
              <a:buSzPts val="1700"/>
              <a:buChar char="•"/>
              <a:defRPr>
                <a:solidFill>
                  <a:schemeClr val="lt1"/>
                </a:solidFill>
              </a:defRPr>
            </a:lvl2pPr>
            <a:lvl3pPr indent="-323850" lvl="2" marL="1371600" algn="l">
              <a:lnSpc>
                <a:spcPct val="105000"/>
              </a:lnSpc>
              <a:spcBef>
                <a:spcPts val="400"/>
              </a:spcBef>
              <a:spcAft>
                <a:spcPts val="0"/>
              </a:spcAft>
              <a:buSzPts val="1500"/>
              <a:buChar char="–"/>
              <a:defRPr>
                <a:solidFill>
                  <a:schemeClr val="lt1"/>
                </a:solidFill>
              </a:defRPr>
            </a:lvl3pPr>
            <a:lvl4pPr indent="-311150" lvl="3" marL="1828800" algn="l">
              <a:lnSpc>
                <a:spcPct val="105000"/>
              </a:lnSpc>
              <a:spcBef>
                <a:spcPts val="400"/>
              </a:spcBef>
              <a:spcAft>
                <a:spcPts val="0"/>
              </a:spcAft>
              <a:buSzPts val="1300"/>
              <a:buChar char="•"/>
              <a:defRPr>
                <a:solidFill>
                  <a:schemeClr val="lt1"/>
                </a:solidFill>
              </a:defRPr>
            </a:lvl4pPr>
            <a:lvl5pPr indent="-228600" lvl="4" marL="2286000" algn="l">
              <a:lnSpc>
                <a:spcPct val="105000"/>
              </a:lnSpc>
              <a:spcBef>
                <a:spcPts val="200"/>
              </a:spcBef>
              <a:spcAft>
                <a:spcPts val="0"/>
              </a:spcAft>
              <a:buSzPts val="1100"/>
              <a:buFont typeface="Calibri"/>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04" name="Google Shape;204;p31"/>
          <p:cNvGrpSpPr/>
          <p:nvPr/>
        </p:nvGrpSpPr>
        <p:grpSpPr>
          <a:xfrm>
            <a:off x="8174771" y="-70785"/>
            <a:ext cx="3934900" cy="4561429"/>
            <a:chOff x="5428550" y="986704"/>
            <a:chExt cx="1030089" cy="1194103"/>
          </a:xfrm>
        </p:grpSpPr>
        <p:sp>
          <p:nvSpPr>
            <p:cNvPr id="205" name="Google Shape;205;p31"/>
            <p:cNvSpPr/>
            <p:nvPr/>
          </p:nvSpPr>
          <p:spPr>
            <a:xfrm rot="701115">
              <a:off x="5499422" y="1308285"/>
              <a:ext cx="888344" cy="790756"/>
            </a:xfrm>
            <a:custGeom>
              <a:rect b="b" l="l" r="r" t="t"/>
              <a:pathLst>
                <a:path extrusionOk="0" h="879851" w="988434">
                  <a:moveTo>
                    <a:pt x="59974" y="781464"/>
                  </a:moveTo>
                  <a:cubicBezTo>
                    <a:pt x="75635" y="799649"/>
                    <a:pt x="93088" y="816139"/>
                    <a:pt x="112051" y="830744"/>
                  </a:cubicBezTo>
                  <a:cubicBezTo>
                    <a:pt x="129788" y="845726"/>
                    <a:pt x="150166" y="857504"/>
                    <a:pt x="172053" y="865419"/>
                  </a:cubicBezTo>
                  <a:cubicBezTo>
                    <a:pt x="180072" y="868905"/>
                    <a:pt x="188280" y="871638"/>
                    <a:pt x="196771" y="873711"/>
                  </a:cubicBezTo>
                  <a:cubicBezTo>
                    <a:pt x="207054" y="876349"/>
                    <a:pt x="217526" y="878328"/>
                    <a:pt x="228093" y="879647"/>
                  </a:cubicBezTo>
                  <a:cubicBezTo>
                    <a:pt x="248565" y="880495"/>
                    <a:pt x="269038" y="878705"/>
                    <a:pt x="289038" y="874370"/>
                  </a:cubicBezTo>
                  <a:cubicBezTo>
                    <a:pt x="307813" y="872015"/>
                    <a:pt x="326304" y="867680"/>
                    <a:pt x="344229" y="861556"/>
                  </a:cubicBezTo>
                  <a:cubicBezTo>
                    <a:pt x="367060" y="853075"/>
                    <a:pt x="387438" y="845726"/>
                    <a:pt x="405174" y="839507"/>
                  </a:cubicBezTo>
                  <a:cubicBezTo>
                    <a:pt x="452723" y="818589"/>
                    <a:pt x="498857" y="796540"/>
                    <a:pt x="543670" y="773455"/>
                  </a:cubicBezTo>
                  <a:lnTo>
                    <a:pt x="742450" y="673387"/>
                  </a:lnTo>
                  <a:cubicBezTo>
                    <a:pt x="759998" y="665283"/>
                    <a:pt x="777923" y="657368"/>
                    <a:pt x="796226" y="649736"/>
                  </a:cubicBezTo>
                  <a:cubicBezTo>
                    <a:pt x="804716" y="645213"/>
                    <a:pt x="813490" y="640785"/>
                    <a:pt x="822547" y="636827"/>
                  </a:cubicBezTo>
                  <a:cubicBezTo>
                    <a:pt x="864813" y="616192"/>
                    <a:pt x="902267" y="586793"/>
                    <a:pt x="932079" y="550422"/>
                  </a:cubicBezTo>
                  <a:cubicBezTo>
                    <a:pt x="941608" y="536854"/>
                    <a:pt x="950099" y="522625"/>
                    <a:pt x="957363" y="507832"/>
                  </a:cubicBezTo>
                  <a:cubicBezTo>
                    <a:pt x="958118" y="505476"/>
                    <a:pt x="959061" y="503215"/>
                    <a:pt x="960193" y="501048"/>
                  </a:cubicBezTo>
                  <a:cubicBezTo>
                    <a:pt x="986326" y="447999"/>
                    <a:pt x="994346" y="399566"/>
                    <a:pt x="984156" y="355563"/>
                  </a:cubicBezTo>
                  <a:lnTo>
                    <a:pt x="983590" y="354809"/>
                  </a:lnTo>
                  <a:cubicBezTo>
                    <a:pt x="973401" y="314198"/>
                    <a:pt x="946797" y="277167"/>
                    <a:pt x="903588" y="243717"/>
                  </a:cubicBezTo>
                  <a:cubicBezTo>
                    <a:pt x="897833" y="240231"/>
                    <a:pt x="891889" y="236085"/>
                    <a:pt x="885663" y="232410"/>
                  </a:cubicBezTo>
                  <a:cubicBezTo>
                    <a:pt x="874341" y="225908"/>
                    <a:pt x="862832" y="218841"/>
                    <a:pt x="851416" y="211398"/>
                  </a:cubicBezTo>
                  <a:cubicBezTo>
                    <a:pt x="843774" y="208100"/>
                    <a:pt x="836133" y="204331"/>
                    <a:pt x="828113" y="200090"/>
                  </a:cubicBezTo>
                  <a:cubicBezTo>
                    <a:pt x="741035" y="162589"/>
                    <a:pt x="656032" y="120752"/>
                    <a:pt x="573388" y="74770"/>
                  </a:cubicBezTo>
                  <a:cubicBezTo>
                    <a:pt x="562538" y="68834"/>
                    <a:pt x="551972" y="63086"/>
                    <a:pt x="541500" y="57527"/>
                  </a:cubicBezTo>
                  <a:cubicBezTo>
                    <a:pt x="511782" y="41791"/>
                    <a:pt x="481309" y="27751"/>
                    <a:pt x="450082" y="15408"/>
                  </a:cubicBezTo>
                  <a:cubicBezTo>
                    <a:pt x="435836" y="11262"/>
                    <a:pt x="422439" y="8058"/>
                    <a:pt x="409797" y="5608"/>
                  </a:cubicBezTo>
                  <a:cubicBezTo>
                    <a:pt x="389796" y="1462"/>
                    <a:pt x="369607" y="-328"/>
                    <a:pt x="349418" y="49"/>
                  </a:cubicBezTo>
                  <a:cubicBezTo>
                    <a:pt x="334417" y="1180"/>
                    <a:pt x="319605" y="3724"/>
                    <a:pt x="305171" y="7681"/>
                  </a:cubicBezTo>
                  <a:cubicBezTo>
                    <a:pt x="290170" y="12016"/>
                    <a:pt x="275547" y="17763"/>
                    <a:pt x="261585" y="24925"/>
                  </a:cubicBezTo>
                  <a:cubicBezTo>
                    <a:pt x="247622" y="33499"/>
                    <a:pt x="234319" y="43110"/>
                    <a:pt x="221961" y="53852"/>
                  </a:cubicBezTo>
                  <a:cubicBezTo>
                    <a:pt x="207054" y="66384"/>
                    <a:pt x="193280" y="80141"/>
                    <a:pt x="180827" y="95217"/>
                  </a:cubicBezTo>
                  <a:cubicBezTo>
                    <a:pt x="168751" y="110105"/>
                    <a:pt x="157430" y="125558"/>
                    <a:pt x="146958" y="141670"/>
                  </a:cubicBezTo>
                  <a:cubicBezTo>
                    <a:pt x="120542" y="183036"/>
                    <a:pt x="97711" y="226568"/>
                    <a:pt x="78748" y="271891"/>
                  </a:cubicBezTo>
                  <a:cubicBezTo>
                    <a:pt x="70257" y="293939"/>
                    <a:pt x="62144" y="316554"/>
                    <a:pt x="54408" y="339922"/>
                  </a:cubicBezTo>
                  <a:cubicBezTo>
                    <a:pt x="35633" y="399755"/>
                    <a:pt x="20444" y="460531"/>
                    <a:pt x="8651" y="522154"/>
                  </a:cubicBezTo>
                  <a:cubicBezTo>
                    <a:pt x="4029" y="551364"/>
                    <a:pt x="1104" y="580857"/>
                    <a:pt x="160" y="610350"/>
                  </a:cubicBezTo>
                  <a:cubicBezTo>
                    <a:pt x="-406" y="626651"/>
                    <a:pt x="538" y="643046"/>
                    <a:pt x="2802" y="659253"/>
                  </a:cubicBezTo>
                  <a:cubicBezTo>
                    <a:pt x="6010" y="689122"/>
                    <a:pt x="16199" y="717767"/>
                    <a:pt x="32614" y="742925"/>
                  </a:cubicBezTo>
                  <a:cubicBezTo>
                    <a:pt x="40634" y="756494"/>
                    <a:pt x="49785" y="769497"/>
                    <a:pt x="59974" y="781558"/>
                  </a:cubicBezTo>
                  <a:close/>
                </a:path>
              </a:pathLst>
            </a:custGeom>
            <a:solidFill>
              <a:schemeClr val="accent5">
                <a:alpha val="69803"/>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06" name="Google Shape;206;p31"/>
            <p:cNvSpPr/>
            <p:nvPr/>
          </p:nvSpPr>
          <p:spPr>
            <a:xfrm rot="-2279260">
              <a:off x="5681576" y="1127476"/>
              <a:ext cx="663278" cy="598040"/>
            </a:xfrm>
            <a:custGeom>
              <a:rect b="b" l="l" r="r" t="t"/>
              <a:pathLst>
                <a:path extrusionOk="0" h="566992" w="628843">
                  <a:moveTo>
                    <a:pt x="356452" y="3205"/>
                  </a:moveTo>
                  <a:cubicBezTo>
                    <a:pt x="186516" y="-21189"/>
                    <a:pt x="28784" y="96283"/>
                    <a:pt x="3659" y="266001"/>
                  </a:cubicBezTo>
                  <a:cubicBezTo>
                    <a:pt x="-9197" y="347925"/>
                    <a:pt x="12143" y="431545"/>
                    <a:pt x="62654" y="497293"/>
                  </a:cubicBezTo>
                  <a:cubicBezTo>
                    <a:pt x="114013" y="565976"/>
                    <a:pt x="186647" y="583913"/>
                    <a:pt x="280555" y="551039"/>
                  </a:cubicBezTo>
                  <a:cubicBezTo>
                    <a:pt x="361999" y="522992"/>
                    <a:pt x="441680" y="490118"/>
                    <a:pt x="519274" y="452613"/>
                  </a:cubicBezTo>
                  <a:cubicBezTo>
                    <a:pt x="584533" y="420195"/>
                    <a:pt x="620687" y="374733"/>
                    <a:pt x="627605" y="316225"/>
                  </a:cubicBezTo>
                  <a:cubicBezTo>
                    <a:pt x="634522" y="257717"/>
                    <a:pt x="612464" y="193926"/>
                    <a:pt x="561366" y="124852"/>
                  </a:cubicBezTo>
                  <a:cubicBezTo>
                    <a:pt x="512879" y="57669"/>
                    <a:pt x="438679" y="13642"/>
                    <a:pt x="356452" y="3205"/>
                  </a:cubicBezTo>
                </a:path>
              </a:pathLst>
            </a:custGeom>
            <a:solidFill>
              <a:srgbClr val="DBE8F4">
                <a:alpha val="6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pic>
        <p:nvPicPr>
          <p:cNvPr id="207" name="Google Shape;207;p31"/>
          <p:cNvPicPr preferRelativeResize="0"/>
          <p:nvPr/>
        </p:nvPicPr>
        <p:blipFill rotWithShape="1">
          <a:blip r:embed="rId2">
            <a:alphaModFix/>
          </a:blip>
          <a:srcRect b="0" l="0" r="0" t="0"/>
          <a:stretch/>
        </p:blipFill>
        <p:spPr>
          <a:xfrm>
            <a:off x="10559510" y="6248400"/>
            <a:ext cx="1298322" cy="406400"/>
          </a:xfrm>
          <a:prstGeom prst="rect">
            <a:avLst/>
          </a:prstGeom>
          <a:noFill/>
          <a:ln>
            <a:noFill/>
          </a:ln>
        </p:spPr>
      </p:pic>
      <p:sp>
        <p:nvSpPr>
          <p:cNvPr id="208" name="Google Shape;208;p31"/>
          <p:cNvSpPr txBox="1"/>
          <p:nvPr>
            <p:ph idx="2" type="body"/>
          </p:nvPr>
        </p:nvSpPr>
        <p:spPr>
          <a:xfrm>
            <a:off x="527052" y="5151556"/>
            <a:ext cx="5412318" cy="279051"/>
          </a:xfrm>
          <a:prstGeom prst="rect">
            <a:avLst/>
          </a:prstGeom>
          <a:noFill/>
          <a:ln>
            <a:noFill/>
          </a:ln>
        </p:spPr>
        <p:txBody>
          <a:bodyPr anchorCtr="0" anchor="t" bIns="0" lIns="0" spcFirstLastPara="1" rIns="0" wrap="square" tIns="0">
            <a:spAutoFit/>
          </a:bodyPr>
          <a:lstStyle>
            <a:lvl1pPr indent="-228600" lvl="0" marL="457200" algn="l">
              <a:lnSpc>
                <a:spcPct val="105000"/>
              </a:lnSpc>
              <a:spcBef>
                <a:spcPts val="600"/>
              </a:spcBef>
              <a:spcAft>
                <a:spcPts val="0"/>
              </a:spcAft>
              <a:buSzPts val="1800"/>
              <a:buNone/>
              <a:defRPr sz="1800">
                <a:solidFill>
                  <a:schemeClr val="lt1"/>
                </a:solidFill>
                <a:latin typeface="Calibri"/>
                <a:ea typeface="Calibri"/>
                <a:cs typeface="Calibri"/>
                <a:sym typeface="Calibri"/>
              </a:defRPr>
            </a:lvl1pPr>
            <a:lvl2pPr indent="-336550" lvl="1" marL="914400" algn="l">
              <a:lnSpc>
                <a:spcPct val="105000"/>
              </a:lnSpc>
              <a:spcBef>
                <a:spcPts val="400"/>
              </a:spcBef>
              <a:spcAft>
                <a:spcPts val="0"/>
              </a:spcAft>
              <a:buSzPts val="1700"/>
              <a:buChar char="•"/>
              <a:defRPr>
                <a:solidFill>
                  <a:schemeClr val="lt1"/>
                </a:solidFill>
              </a:defRPr>
            </a:lvl2pPr>
            <a:lvl3pPr indent="-323850" lvl="2" marL="1371600" algn="l">
              <a:lnSpc>
                <a:spcPct val="105000"/>
              </a:lnSpc>
              <a:spcBef>
                <a:spcPts val="400"/>
              </a:spcBef>
              <a:spcAft>
                <a:spcPts val="0"/>
              </a:spcAft>
              <a:buSzPts val="1500"/>
              <a:buChar char="–"/>
              <a:defRPr>
                <a:solidFill>
                  <a:schemeClr val="lt1"/>
                </a:solidFill>
              </a:defRPr>
            </a:lvl3pPr>
            <a:lvl4pPr indent="-311150" lvl="3" marL="1828800" algn="l">
              <a:lnSpc>
                <a:spcPct val="105000"/>
              </a:lnSpc>
              <a:spcBef>
                <a:spcPts val="400"/>
              </a:spcBef>
              <a:spcAft>
                <a:spcPts val="0"/>
              </a:spcAft>
              <a:buSzPts val="1300"/>
              <a:buChar char="•"/>
              <a:defRPr>
                <a:solidFill>
                  <a:schemeClr val="lt1"/>
                </a:solidFill>
              </a:defRPr>
            </a:lvl4pPr>
            <a:lvl5pPr indent="-228600" lvl="4" marL="2286000" algn="l">
              <a:lnSpc>
                <a:spcPct val="105000"/>
              </a:lnSpc>
              <a:spcBef>
                <a:spcPts val="200"/>
              </a:spcBef>
              <a:spcAft>
                <a:spcPts val="0"/>
              </a:spcAft>
              <a:buSzPts val="1100"/>
              <a:buFont typeface="Calibri"/>
              <a:buNone/>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9" name="Shape 209"/>
        <p:cNvGrpSpPr/>
        <p:nvPr/>
      </p:nvGrpSpPr>
      <p:grpSpPr>
        <a:xfrm>
          <a:off x="0" y="0"/>
          <a:ext cx="0" cy="0"/>
          <a:chOff x="0" y="0"/>
          <a:chExt cx="0" cy="0"/>
        </a:xfrm>
      </p:grpSpPr>
      <p:sp>
        <p:nvSpPr>
          <p:cNvPr id="210" name="Google Shape;210;p32"/>
          <p:cNvSpPr txBox="1"/>
          <p:nvPr>
            <p:ph idx="1" type="body"/>
          </p:nvPr>
        </p:nvSpPr>
        <p:spPr>
          <a:xfrm>
            <a:off x="334959" y="1628774"/>
            <a:ext cx="11522079" cy="4389120"/>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2000"/>
              <a:buNone/>
              <a:defRPr>
                <a:solidFill>
                  <a:srgbClr val="414042"/>
                </a:solidFill>
              </a:defRPr>
            </a:lvl1pPr>
            <a:lvl2pPr indent="-336550" lvl="1" marL="914400" algn="l">
              <a:lnSpc>
                <a:spcPct val="105000"/>
              </a:lnSpc>
              <a:spcBef>
                <a:spcPts val="400"/>
              </a:spcBef>
              <a:spcAft>
                <a:spcPts val="0"/>
              </a:spcAft>
              <a:buSzPts val="1700"/>
              <a:buChar char="•"/>
              <a:defRPr/>
            </a:lvl2pPr>
            <a:lvl3pPr indent="-323850" lvl="2" marL="1371600" algn="l">
              <a:lnSpc>
                <a:spcPct val="105000"/>
              </a:lnSpc>
              <a:spcBef>
                <a:spcPts val="400"/>
              </a:spcBef>
              <a:spcAft>
                <a:spcPts val="0"/>
              </a:spcAft>
              <a:buSzPts val="1500"/>
              <a:buChar char="–"/>
              <a:defRPr/>
            </a:lvl3pPr>
            <a:lvl4pPr indent="-311150" lvl="3" marL="1828800" algn="l">
              <a:lnSpc>
                <a:spcPct val="105000"/>
              </a:lnSpc>
              <a:spcBef>
                <a:spcPts val="400"/>
              </a:spcBef>
              <a:spcAft>
                <a:spcPts val="0"/>
              </a:spcAft>
              <a:buSzPts val="1300"/>
              <a:buChar char="•"/>
              <a:defRPr/>
            </a:lvl4pPr>
            <a:lvl5pPr indent="-228600" lvl="4" marL="2286000" algn="l">
              <a:lnSpc>
                <a:spcPct val="105000"/>
              </a:lnSpc>
              <a:spcBef>
                <a:spcPts val="200"/>
              </a:spcBef>
              <a:spcAft>
                <a:spcPts val="0"/>
              </a:spcAft>
              <a:buSzPts val="1100"/>
              <a:buFont typeface="Calibri"/>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32"/>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12" name="Google Shape;212;p32"/>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32"/>
          <p:cNvSpPr txBox="1"/>
          <p:nvPr>
            <p:ph idx="2" type="body"/>
          </p:nvPr>
        </p:nvSpPr>
        <p:spPr>
          <a:xfrm>
            <a:off x="904875" y="6491992"/>
            <a:ext cx="9563100" cy="124073"/>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14" name="Shape 214"/>
        <p:cNvGrpSpPr/>
        <p:nvPr/>
      </p:nvGrpSpPr>
      <p:grpSpPr>
        <a:xfrm>
          <a:off x="0" y="0"/>
          <a:ext cx="0" cy="0"/>
          <a:chOff x="0" y="0"/>
          <a:chExt cx="0" cy="0"/>
        </a:xfrm>
      </p:grpSpPr>
      <p:sp>
        <p:nvSpPr>
          <p:cNvPr id="215" name="Google Shape;215;p33"/>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16" name="Google Shape;216;p33"/>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1" type="body"/>
          </p:nvPr>
        </p:nvSpPr>
        <p:spPr>
          <a:xfrm>
            <a:off x="904875" y="6491992"/>
            <a:ext cx="9563100" cy="124073"/>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18" name="Shape 218"/>
        <p:cNvGrpSpPr/>
        <p:nvPr/>
      </p:nvGrpSpPr>
      <p:grpSpPr>
        <a:xfrm>
          <a:off x="0" y="0"/>
          <a:ext cx="0" cy="0"/>
          <a:chOff x="0" y="0"/>
          <a:chExt cx="0" cy="0"/>
        </a:xfrm>
      </p:grpSpPr>
      <p:sp>
        <p:nvSpPr>
          <p:cNvPr id="219" name="Google Shape;219;p34"/>
          <p:cNvSpPr txBox="1"/>
          <p:nvPr>
            <p:ph idx="1" type="body"/>
          </p:nvPr>
        </p:nvSpPr>
        <p:spPr>
          <a:xfrm>
            <a:off x="334976" y="1628774"/>
            <a:ext cx="5580000" cy="4351338"/>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1800"/>
              <a:buNone/>
              <a:defRPr/>
            </a:lvl1pPr>
            <a:lvl2pPr indent="-342900" lvl="1" marL="914400" algn="l">
              <a:lnSpc>
                <a:spcPct val="105000"/>
              </a:lnSpc>
              <a:spcBef>
                <a:spcPts val="400"/>
              </a:spcBef>
              <a:spcAft>
                <a:spcPts val="0"/>
              </a:spcAft>
              <a:buSzPts val="1800"/>
              <a:buChar char="•"/>
              <a:defRPr/>
            </a:lvl2pPr>
            <a:lvl3pPr indent="-342900" lvl="2" marL="1371600" algn="l">
              <a:lnSpc>
                <a:spcPct val="105000"/>
              </a:lnSpc>
              <a:spcBef>
                <a:spcPts val="400"/>
              </a:spcBef>
              <a:spcAft>
                <a:spcPts val="0"/>
              </a:spcAft>
              <a:buSzPts val="1800"/>
              <a:buChar char="–"/>
              <a:defRPr/>
            </a:lvl3pPr>
            <a:lvl4pPr indent="-342900" lvl="3" marL="1828800" algn="l">
              <a:lnSpc>
                <a:spcPct val="105000"/>
              </a:lnSpc>
              <a:spcBef>
                <a:spcPts val="400"/>
              </a:spcBef>
              <a:spcAft>
                <a:spcPts val="0"/>
              </a:spcAft>
              <a:buSzPts val="1800"/>
              <a:buChar char="•"/>
              <a:defRPr/>
            </a:lvl4pPr>
            <a:lvl5pPr indent="-228600" lvl="4" marL="2286000" algn="l">
              <a:lnSpc>
                <a:spcPct val="105000"/>
              </a:lnSpc>
              <a:spcBef>
                <a:spcPts val="2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0" name="Google Shape;220;p34"/>
          <p:cNvSpPr txBox="1"/>
          <p:nvPr>
            <p:ph idx="2" type="body"/>
          </p:nvPr>
        </p:nvSpPr>
        <p:spPr>
          <a:xfrm>
            <a:off x="6277832" y="1628774"/>
            <a:ext cx="5580000" cy="4351338"/>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1800"/>
              <a:buNone/>
              <a:defRPr/>
            </a:lvl1pPr>
            <a:lvl2pPr indent="-342900" lvl="1" marL="914400" algn="l">
              <a:lnSpc>
                <a:spcPct val="105000"/>
              </a:lnSpc>
              <a:spcBef>
                <a:spcPts val="400"/>
              </a:spcBef>
              <a:spcAft>
                <a:spcPts val="0"/>
              </a:spcAft>
              <a:buSzPts val="1800"/>
              <a:buChar char="•"/>
              <a:defRPr/>
            </a:lvl2pPr>
            <a:lvl3pPr indent="-342900" lvl="2" marL="1371600" algn="l">
              <a:lnSpc>
                <a:spcPct val="105000"/>
              </a:lnSpc>
              <a:spcBef>
                <a:spcPts val="400"/>
              </a:spcBef>
              <a:spcAft>
                <a:spcPts val="0"/>
              </a:spcAft>
              <a:buSzPts val="1800"/>
              <a:buChar char="–"/>
              <a:defRPr/>
            </a:lvl3pPr>
            <a:lvl4pPr indent="-342900" lvl="3" marL="1828800" algn="l">
              <a:lnSpc>
                <a:spcPct val="105000"/>
              </a:lnSpc>
              <a:spcBef>
                <a:spcPts val="400"/>
              </a:spcBef>
              <a:spcAft>
                <a:spcPts val="0"/>
              </a:spcAft>
              <a:buSzPts val="1800"/>
              <a:buChar char="•"/>
              <a:defRPr/>
            </a:lvl4pPr>
            <a:lvl5pPr indent="-228600" lvl="4" marL="2286000" algn="l">
              <a:lnSpc>
                <a:spcPct val="105000"/>
              </a:lnSpc>
              <a:spcBef>
                <a:spcPts val="2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34"/>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22" name="Google Shape;222;p34"/>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3" name="Google Shape;223;p34"/>
          <p:cNvSpPr txBox="1"/>
          <p:nvPr>
            <p:ph idx="3" type="body"/>
          </p:nvPr>
        </p:nvSpPr>
        <p:spPr>
          <a:xfrm>
            <a:off x="904875" y="6491992"/>
            <a:ext cx="9563100" cy="124073"/>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w/headers">
  <p:cSld name="Two Content w/headers">
    <p:spTree>
      <p:nvGrpSpPr>
        <p:cNvPr id="224" name="Shape 224"/>
        <p:cNvGrpSpPr/>
        <p:nvPr/>
      </p:nvGrpSpPr>
      <p:grpSpPr>
        <a:xfrm>
          <a:off x="0" y="0"/>
          <a:ext cx="0" cy="0"/>
          <a:chOff x="0" y="0"/>
          <a:chExt cx="0" cy="0"/>
        </a:xfrm>
      </p:grpSpPr>
      <p:sp>
        <p:nvSpPr>
          <p:cNvPr id="225" name="Google Shape;225;p35"/>
          <p:cNvSpPr txBox="1"/>
          <p:nvPr>
            <p:ph idx="1" type="body"/>
          </p:nvPr>
        </p:nvSpPr>
        <p:spPr>
          <a:xfrm>
            <a:off x="334976" y="2047874"/>
            <a:ext cx="5580000" cy="3932237"/>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1800"/>
              <a:buNone/>
              <a:defRPr sz="1800"/>
            </a:lvl1pPr>
            <a:lvl2pPr indent="-330200" lvl="1" marL="914400" algn="l">
              <a:lnSpc>
                <a:spcPct val="105000"/>
              </a:lnSpc>
              <a:spcBef>
                <a:spcPts val="400"/>
              </a:spcBef>
              <a:spcAft>
                <a:spcPts val="0"/>
              </a:spcAft>
              <a:buSzPts val="1600"/>
              <a:buChar char="•"/>
              <a:defRPr sz="1600"/>
            </a:lvl2pPr>
            <a:lvl3pPr indent="-317500" lvl="2" marL="1371600" algn="l">
              <a:lnSpc>
                <a:spcPct val="105000"/>
              </a:lnSpc>
              <a:spcBef>
                <a:spcPts val="400"/>
              </a:spcBef>
              <a:spcAft>
                <a:spcPts val="0"/>
              </a:spcAft>
              <a:buSzPts val="1400"/>
              <a:buChar char="–"/>
              <a:defRPr sz="1400"/>
            </a:lvl3pPr>
            <a:lvl4pPr indent="-304800" lvl="3" marL="1828800" algn="l">
              <a:lnSpc>
                <a:spcPct val="105000"/>
              </a:lnSpc>
              <a:spcBef>
                <a:spcPts val="400"/>
              </a:spcBef>
              <a:spcAft>
                <a:spcPts val="0"/>
              </a:spcAft>
              <a:buSzPts val="1200"/>
              <a:buChar char="•"/>
              <a:defRPr sz="1200"/>
            </a:lvl4pPr>
            <a:lvl5pPr indent="-228600" lvl="4" marL="2286000" algn="l">
              <a:lnSpc>
                <a:spcPct val="105000"/>
              </a:lnSpc>
              <a:spcBef>
                <a:spcPts val="200"/>
              </a:spcBef>
              <a:spcAft>
                <a:spcPts val="0"/>
              </a:spcAft>
              <a:buSzPts val="1050"/>
              <a:buFont typeface="Calibri"/>
              <a:buNone/>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6" name="Google Shape;226;p35"/>
          <p:cNvSpPr txBox="1"/>
          <p:nvPr>
            <p:ph idx="2" type="body"/>
          </p:nvPr>
        </p:nvSpPr>
        <p:spPr>
          <a:xfrm>
            <a:off x="6277832" y="2047874"/>
            <a:ext cx="5580000" cy="3932237"/>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1800"/>
              <a:buNone/>
              <a:defRPr sz="1800"/>
            </a:lvl1pPr>
            <a:lvl2pPr indent="-330200" lvl="1" marL="914400" algn="l">
              <a:lnSpc>
                <a:spcPct val="105000"/>
              </a:lnSpc>
              <a:spcBef>
                <a:spcPts val="400"/>
              </a:spcBef>
              <a:spcAft>
                <a:spcPts val="0"/>
              </a:spcAft>
              <a:buSzPts val="1600"/>
              <a:buChar char="•"/>
              <a:defRPr sz="1600"/>
            </a:lvl2pPr>
            <a:lvl3pPr indent="-317500" lvl="2" marL="1371600" algn="l">
              <a:lnSpc>
                <a:spcPct val="105000"/>
              </a:lnSpc>
              <a:spcBef>
                <a:spcPts val="400"/>
              </a:spcBef>
              <a:spcAft>
                <a:spcPts val="0"/>
              </a:spcAft>
              <a:buSzPts val="1400"/>
              <a:buChar char="–"/>
              <a:defRPr sz="1400"/>
            </a:lvl3pPr>
            <a:lvl4pPr indent="-304800" lvl="3" marL="1828800" algn="l">
              <a:lnSpc>
                <a:spcPct val="105000"/>
              </a:lnSpc>
              <a:spcBef>
                <a:spcPts val="400"/>
              </a:spcBef>
              <a:spcAft>
                <a:spcPts val="0"/>
              </a:spcAft>
              <a:buSzPts val="1200"/>
              <a:buChar char="•"/>
              <a:defRPr sz="1200"/>
            </a:lvl4pPr>
            <a:lvl5pPr indent="-228600" lvl="4" marL="2286000" algn="l">
              <a:lnSpc>
                <a:spcPct val="105000"/>
              </a:lnSpc>
              <a:spcBef>
                <a:spcPts val="200"/>
              </a:spcBef>
              <a:spcAft>
                <a:spcPts val="0"/>
              </a:spcAft>
              <a:buSzPts val="1050"/>
              <a:buFont typeface="Calibri"/>
              <a:buNone/>
              <a:defRPr sz="105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7" name="Google Shape;227;p35"/>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28" name="Google Shape;228;p35"/>
          <p:cNvSpPr txBox="1"/>
          <p:nvPr>
            <p:ph idx="3" type="body"/>
          </p:nvPr>
        </p:nvSpPr>
        <p:spPr>
          <a:xfrm>
            <a:off x="334976" y="1628775"/>
            <a:ext cx="5580000" cy="323850"/>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2000"/>
              <a:buNone/>
              <a:defRPr b="1"/>
            </a:lvl1pPr>
            <a:lvl2pPr indent="-336550" lvl="1" marL="914400" algn="l">
              <a:lnSpc>
                <a:spcPct val="105000"/>
              </a:lnSpc>
              <a:spcBef>
                <a:spcPts val="400"/>
              </a:spcBef>
              <a:spcAft>
                <a:spcPts val="0"/>
              </a:spcAft>
              <a:buSzPts val="1700"/>
              <a:buChar char="•"/>
              <a:defRPr b="1"/>
            </a:lvl2pPr>
            <a:lvl3pPr indent="-323850" lvl="2" marL="1371600" algn="l">
              <a:lnSpc>
                <a:spcPct val="105000"/>
              </a:lnSpc>
              <a:spcBef>
                <a:spcPts val="400"/>
              </a:spcBef>
              <a:spcAft>
                <a:spcPts val="0"/>
              </a:spcAft>
              <a:buSzPts val="1500"/>
              <a:buChar char="–"/>
              <a:defRPr b="1"/>
            </a:lvl3pPr>
            <a:lvl4pPr indent="-311150" lvl="3" marL="1828800" algn="l">
              <a:lnSpc>
                <a:spcPct val="105000"/>
              </a:lnSpc>
              <a:spcBef>
                <a:spcPts val="400"/>
              </a:spcBef>
              <a:spcAft>
                <a:spcPts val="0"/>
              </a:spcAft>
              <a:buSzPts val="1300"/>
              <a:buChar char="•"/>
              <a:defRPr b="1"/>
            </a:lvl4pPr>
            <a:lvl5pPr indent="-228600" lvl="4" marL="2286000" algn="l">
              <a:lnSpc>
                <a:spcPct val="105000"/>
              </a:lnSpc>
              <a:spcBef>
                <a:spcPts val="200"/>
              </a:spcBef>
              <a:spcAft>
                <a:spcPts val="0"/>
              </a:spcAft>
              <a:buSzPts val="1100"/>
              <a:buFont typeface="Calibri"/>
              <a:buNone/>
              <a:defRPr b="1"/>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9" name="Google Shape;229;p35"/>
          <p:cNvSpPr txBox="1"/>
          <p:nvPr>
            <p:ph idx="4" type="body"/>
          </p:nvPr>
        </p:nvSpPr>
        <p:spPr>
          <a:xfrm>
            <a:off x="6277832" y="1628775"/>
            <a:ext cx="5580000" cy="323850"/>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2000"/>
              <a:buNone/>
              <a:defRPr b="1"/>
            </a:lvl1pPr>
            <a:lvl2pPr indent="-336550" lvl="1" marL="914400" algn="l">
              <a:lnSpc>
                <a:spcPct val="105000"/>
              </a:lnSpc>
              <a:spcBef>
                <a:spcPts val="400"/>
              </a:spcBef>
              <a:spcAft>
                <a:spcPts val="0"/>
              </a:spcAft>
              <a:buSzPts val="1700"/>
              <a:buChar char="•"/>
              <a:defRPr b="1"/>
            </a:lvl2pPr>
            <a:lvl3pPr indent="-323850" lvl="2" marL="1371600" algn="l">
              <a:lnSpc>
                <a:spcPct val="105000"/>
              </a:lnSpc>
              <a:spcBef>
                <a:spcPts val="400"/>
              </a:spcBef>
              <a:spcAft>
                <a:spcPts val="0"/>
              </a:spcAft>
              <a:buSzPts val="1500"/>
              <a:buChar char="–"/>
              <a:defRPr b="1"/>
            </a:lvl3pPr>
            <a:lvl4pPr indent="-311150" lvl="3" marL="1828800" algn="l">
              <a:lnSpc>
                <a:spcPct val="105000"/>
              </a:lnSpc>
              <a:spcBef>
                <a:spcPts val="400"/>
              </a:spcBef>
              <a:spcAft>
                <a:spcPts val="0"/>
              </a:spcAft>
              <a:buSzPts val="1300"/>
              <a:buChar char="•"/>
              <a:defRPr b="1"/>
            </a:lvl4pPr>
            <a:lvl5pPr indent="-228600" lvl="4" marL="2286000" algn="l">
              <a:lnSpc>
                <a:spcPct val="105000"/>
              </a:lnSpc>
              <a:spcBef>
                <a:spcPts val="200"/>
              </a:spcBef>
              <a:spcAft>
                <a:spcPts val="0"/>
              </a:spcAft>
              <a:buSzPts val="1100"/>
              <a:buFont typeface="Calibri"/>
              <a:buNone/>
              <a:defRPr b="1"/>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 name="Google Shape;230;p35"/>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5"/>
          <p:cNvSpPr txBox="1"/>
          <p:nvPr>
            <p:ph idx="5" type="body"/>
          </p:nvPr>
        </p:nvSpPr>
        <p:spPr>
          <a:xfrm>
            <a:off x="904875" y="6491992"/>
            <a:ext cx="9563100" cy="124073"/>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Content">
  <p:cSld name="Split Content">
    <p:spTree>
      <p:nvGrpSpPr>
        <p:cNvPr id="232" name="Shape 232"/>
        <p:cNvGrpSpPr/>
        <p:nvPr/>
      </p:nvGrpSpPr>
      <p:grpSpPr>
        <a:xfrm>
          <a:off x="0" y="0"/>
          <a:ext cx="0" cy="0"/>
          <a:chOff x="0" y="0"/>
          <a:chExt cx="0" cy="0"/>
        </a:xfrm>
      </p:grpSpPr>
      <p:sp>
        <p:nvSpPr>
          <p:cNvPr id="233" name="Google Shape;233;p36"/>
          <p:cNvSpPr/>
          <p:nvPr/>
        </p:nvSpPr>
        <p:spPr>
          <a:xfrm>
            <a:off x="5706532" y="0"/>
            <a:ext cx="6485467"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5A5A5A"/>
              </a:solidFill>
              <a:latin typeface="Calibri"/>
              <a:ea typeface="Calibri"/>
              <a:cs typeface="Calibri"/>
              <a:sym typeface="Calibri"/>
            </a:endParaRPr>
          </a:p>
        </p:txBody>
      </p:sp>
      <p:sp>
        <p:nvSpPr>
          <p:cNvPr id="234" name="Google Shape;234;p36"/>
          <p:cNvSpPr txBox="1"/>
          <p:nvPr>
            <p:ph type="title"/>
          </p:nvPr>
        </p:nvSpPr>
        <p:spPr>
          <a:xfrm>
            <a:off x="334963" y="1501856"/>
            <a:ext cx="4993308" cy="1107996"/>
          </a:xfrm>
          <a:prstGeom prst="rect">
            <a:avLst/>
          </a:prstGeom>
          <a:noFill/>
          <a:ln>
            <a:noFill/>
          </a:ln>
        </p:spPr>
        <p:txBody>
          <a:bodyPr anchorCtr="0" anchor="b" bIns="0" lIns="0" spcFirstLastPara="1" rIns="0" wrap="square" tIns="0">
            <a:sp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36"/>
          <p:cNvSpPr txBox="1"/>
          <p:nvPr>
            <p:ph idx="1" type="body"/>
          </p:nvPr>
        </p:nvSpPr>
        <p:spPr>
          <a:xfrm>
            <a:off x="334963" y="3030540"/>
            <a:ext cx="4993308" cy="3146425"/>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0"/>
              </a:spcBef>
              <a:spcAft>
                <a:spcPts val="0"/>
              </a:spcAft>
              <a:buSzPts val="1800"/>
              <a:buNone/>
              <a:defRPr sz="1800"/>
            </a:lvl1pPr>
            <a:lvl2pPr indent="-228600" lvl="1" marL="914400" algn="l">
              <a:lnSpc>
                <a:spcPct val="105000"/>
              </a:lnSpc>
              <a:spcBef>
                <a:spcPts val="600"/>
              </a:spcBef>
              <a:spcAft>
                <a:spcPts val="0"/>
              </a:spcAft>
              <a:buSzPts val="1700"/>
              <a:buNone/>
              <a:defRPr/>
            </a:lvl2pPr>
            <a:lvl3pPr indent="-228600" lvl="2" marL="1371600" algn="l">
              <a:lnSpc>
                <a:spcPct val="105000"/>
              </a:lnSpc>
              <a:spcBef>
                <a:spcPts val="600"/>
              </a:spcBef>
              <a:spcAft>
                <a:spcPts val="0"/>
              </a:spcAft>
              <a:buSzPts val="1500"/>
              <a:buNone/>
              <a:defRPr/>
            </a:lvl3pPr>
            <a:lvl4pPr indent="-228600" lvl="3" marL="1828800" algn="l">
              <a:lnSpc>
                <a:spcPct val="105000"/>
              </a:lnSpc>
              <a:spcBef>
                <a:spcPts val="600"/>
              </a:spcBef>
              <a:spcAft>
                <a:spcPts val="0"/>
              </a:spcAft>
              <a:buSzPts val="1300"/>
              <a:buNone/>
              <a:defRPr/>
            </a:lvl4pPr>
            <a:lvl5pPr indent="-228600" lvl="4" marL="2286000" algn="l">
              <a:lnSpc>
                <a:spcPct val="105000"/>
              </a:lnSpc>
              <a:spcBef>
                <a:spcPts val="600"/>
              </a:spcBef>
              <a:spcAft>
                <a:spcPts val="0"/>
              </a:spcAft>
              <a:buSzPts val="1100"/>
              <a:buFont typeface="Calibri"/>
              <a:buNone/>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 name="Google Shape;236;p36"/>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pic>
        <p:nvPicPr>
          <p:cNvPr id="237" name="Google Shape;237;p36"/>
          <p:cNvPicPr preferRelativeResize="0"/>
          <p:nvPr/>
        </p:nvPicPr>
        <p:blipFill rotWithShape="1">
          <a:blip r:embed="rId2">
            <a:alphaModFix/>
          </a:blip>
          <a:srcRect b="0" l="0" r="0" t="0"/>
          <a:stretch/>
        </p:blipFill>
        <p:spPr>
          <a:xfrm>
            <a:off x="10559510" y="6248400"/>
            <a:ext cx="1298322" cy="406400"/>
          </a:xfrm>
          <a:prstGeom prst="rect">
            <a:avLst/>
          </a:prstGeom>
          <a:noFill/>
          <a:ln>
            <a:noFill/>
          </a:ln>
        </p:spPr>
      </p:pic>
      <p:sp>
        <p:nvSpPr>
          <p:cNvPr id="238" name="Google Shape;238;p36"/>
          <p:cNvSpPr txBox="1"/>
          <p:nvPr>
            <p:ph idx="2" type="body"/>
          </p:nvPr>
        </p:nvSpPr>
        <p:spPr>
          <a:xfrm>
            <a:off x="904875" y="6492955"/>
            <a:ext cx="4423396" cy="123111"/>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9" name="Shape 239"/>
        <p:cNvGrpSpPr/>
        <p:nvPr/>
      </p:nvGrpSpPr>
      <p:grpSpPr>
        <a:xfrm>
          <a:off x="0" y="0"/>
          <a:ext cx="0" cy="0"/>
          <a:chOff x="0" y="0"/>
          <a:chExt cx="0" cy="0"/>
        </a:xfrm>
      </p:grpSpPr>
      <p:sp>
        <p:nvSpPr>
          <p:cNvPr id="240" name="Google Shape;240;p37"/>
          <p:cNvSpPr txBox="1"/>
          <p:nvPr>
            <p:ph type="title"/>
          </p:nvPr>
        </p:nvSpPr>
        <p:spPr>
          <a:xfrm>
            <a:off x="5867400" y="1954213"/>
            <a:ext cx="5480050" cy="2033587"/>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4400"/>
              <a:buFont typeface="Calibri"/>
              <a:buNone/>
              <a:defRPr sz="4400"/>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37"/>
          <p:cNvSpPr txBox="1"/>
          <p:nvPr>
            <p:ph idx="1" type="body"/>
          </p:nvPr>
        </p:nvSpPr>
        <p:spPr>
          <a:xfrm>
            <a:off x="5867400" y="4168776"/>
            <a:ext cx="5480050" cy="1390649"/>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2400"/>
              <a:buNone/>
              <a:defRPr sz="2400">
                <a:solidFill>
                  <a:schemeClr val="lt1"/>
                </a:solidFill>
              </a:defRPr>
            </a:lvl1pPr>
            <a:lvl2pPr indent="-228600" lvl="1" marL="914400" algn="l">
              <a:lnSpc>
                <a:spcPct val="105000"/>
              </a:lnSpc>
              <a:spcBef>
                <a:spcPts val="400"/>
              </a:spcBef>
              <a:spcAft>
                <a:spcPts val="0"/>
              </a:spcAft>
              <a:buSzPts val="2000"/>
              <a:buNone/>
              <a:defRPr sz="2000">
                <a:solidFill>
                  <a:schemeClr val="dk1"/>
                </a:solidFill>
              </a:defRPr>
            </a:lvl2pPr>
            <a:lvl3pPr indent="-228600" lvl="2" marL="1371600" algn="l">
              <a:lnSpc>
                <a:spcPct val="105000"/>
              </a:lnSpc>
              <a:spcBef>
                <a:spcPts val="400"/>
              </a:spcBef>
              <a:spcAft>
                <a:spcPts val="0"/>
              </a:spcAft>
              <a:buSzPts val="1800"/>
              <a:buNone/>
              <a:defRPr sz="1800">
                <a:solidFill>
                  <a:schemeClr val="dk1"/>
                </a:solidFill>
              </a:defRPr>
            </a:lvl3pPr>
            <a:lvl4pPr indent="-228600" lvl="3" marL="1828800" algn="l">
              <a:lnSpc>
                <a:spcPct val="105000"/>
              </a:lnSpc>
              <a:spcBef>
                <a:spcPts val="400"/>
              </a:spcBef>
              <a:spcAft>
                <a:spcPts val="0"/>
              </a:spcAft>
              <a:buSzPts val="1600"/>
              <a:buNone/>
              <a:defRPr sz="1600">
                <a:solidFill>
                  <a:schemeClr val="dk1"/>
                </a:solidFill>
              </a:defRPr>
            </a:lvl4pPr>
            <a:lvl5pPr indent="-228600" lvl="4" marL="2286000" algn="l">
              <a:lnSpc>
                <a:spcPct val="105000"/>
              </a:lnSpc>
              <a:spcBef>
                <a:spcPts val="200"/>
              </a:spcBef>
              <a:spcAft>
                <a:spcPts val="0"/>
              </a:spcAft>
              <a:buSzPts val="1600"/>
              <a:buFont typeface="Calibri"/>
              <a:buNone/>
              <a:defRPr sz="1600">
                <a:solidFill>
                  <a:schemeClr val="dk1"/>
                </a:solidFill>
              </a:defRPr>
            </a:lvl5pPr>
            <a:lvl6pPr indent="-228600" lvl="5" marL="2743200" algn="l">
              <a:lnSpc>
                <a:spcPct val="90000"/>
              </a:lnSpc>
              <a:spcBef>
                <a:spcPts val="500"/>
              </a:spcBef>
              <a:spcAft>
                <a:spcPts val="0"/>
              </a:spcAft>
              <a:buClr>
                <a:schemeClr val="dk1"/>
              </a:buClr>
              <a:buSzPts val="1600"/>
              <a:buNone/>
              <a:defRPr sz="1600">
                <a:solidFill>
                  <a:schemeClr val="dk1"/>
                </a:solidFill>
              </a:defRPr>
            </a:lvl6pPr>
            <a:lvl7pPr indent="-228600" lvl="6" marL="3200400" algn="l">
              <a:lnSpc>
                <a:spcPct val="90000"/>
              </a:lnSpc>
              <a:spcBef>
                <a:spcPts val="500"/>
              </a:spcBef>
              <a:spcAft>
                <a:spcPts val="0"/>
              </a:spcAft>
              <a:buClr>
                <a:schemeClr val="dk1"/>
              </a:buClr>
              <a:buSzPts val="1600"/>
              <a:buNone/>
              <a:defRPr sz="1600">
                <a:solidFill>
                  <a:schemeClr val="dk1"/>
                </a:solidFill>
              </a:defRPr>
            </a:lvl7pPr>
            <a:lvl8pPr indent="-228600" lvl="7" marL="3657600" algn="l">
              <a:lnSpc>
                <a:spcPct val="90000"/>
              </a:lnSpc>
              <a:spcBef>
                <a:spcPts val="500"/>
              </a:spcBef>
              <a:spcAft>
                <a:spcPts val="0"/>
              </a:spcAft>
              <a:buClr>
                <a:schemeClr val="dk1"/>
              </a:buClr>
              <a:buSzPts val="1600"/>
              <a:buNone/>
              <a:defRPr sz="1600">
                <a:solidFill>
                  <a:schemeClr val="dk1"/>
                </a:solidFill>
              </a:defRPr>
            </a:lvl8pPr>
            <a:lvl9pPr indent="-228600" lvl="8" marL="4114800" algn="l">
              <a:lnSpc>
                <a:spcPct val="90000"/>
              </a:lnSpc>
              <a:spcBef>
                <a:spcPts val="500"/>
              </a:spcBef>
              <a:spcAft>
                <a:spcPts val="0"/>
              </a:spcAft>
              <a:buClr>
                <a:schemeClr val="dk1"/>
              </a:buClr>
              <a:buSzPts val="1600"/>
              <a:buNone/>
              <a:defRPr sz="1600">
                <a:solidFill>
                  <a:schemeClr val="dk1"/>
                </a:solidFill>
              </a:defRPr>
            </a:lvl9pPr>
          </a:lstStyle>
          <a:p/>
        </p:txBody>
      </p:sp>
      <p:sp>
        <p:nvSpPr>
          <p:cNvPr id="242" name="Google Shape;242;p37"/>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grpSp>
        <p:nvGrpSpPr>
          <p:cNvPr id="243" name="Google Shape;243;p37"/>
          <p:cNvGrpSpPr/>
          <p:nvPr/>
        </p:nvGrpSpPr>
        <p:grpSpPr>
          <a:xfrm>
            <a:off x="362646" y="-176869"/>
            <a:ext cx="5229969" cy="6396693"/>
            <a:chOff x="5499422" y="924494"/>
            <a:chExt cx="960316" cy="1174547"/>
          </a:xfrm>
        </p:grpSpPr>
        <p:sp>
          <p:nvSpPr>
            <p:cNvPr id="244" name="Google Shape;244;p37"/>
            <p:cNvSpPr/>
            <p:nvPr/>
          </p:nvSpPr>
          <p:spPr>
            <a:xfrm>
              <a:off x="5499422" y="1308285"/>
              <a:ext cx="888344" cy="790756"/>
            </a:xfrm>
            <a:custGeom>
              <a:rect b="b" l="l" r="r" t="t"/>
              <a:pathLst>
                <a:path extrusionOk="0" h="879851" w="988434">
                  <a:moveTo>
                    <a:pt x="59974" y="781464"/>
                  </a:moveTo>
                  <a:cubicBezTo>
                    <a:pt x="75635" y="799649"/>
                    <a:pt x="93088" y="816139"/>
                    <a:pt x="112051" y="830744"/>
                  </a:cubicBezTo>
                  <a:cubicBezTo>
                    <a:pt x="129788" y="845726"/>
                    <a:pt x="150166" y="857504"/>
                    <a:pt x="172053" y="865419"/>
                  </a:cubicBezTo>
                  <a:cubicBezTo>
                    <a:pt x="180072" y="868905"/>
                    <a:pt x="188280" y="871638"/>
                    <a:pt x="196771" y="873711"/>
                  </a:cubicBezTo>
                  <a:cubicBezTo>
                    <a:pt x="207054" y="876349"/>
                    <a:pt x="217526" y="878328"/>
                    <a:pt x="228093" y="879647"/>
                  </a:cubicBezTo>
                  <a:cubicBezTo>
                    <a:pt x="248565" y="880495"/>
                    <a:pt x="269038" y="878705"/>
                    <a:pt x="289038" y="874370"/>
                  </a:cubicBezTo>
                  <a:cubicBezTo>
                    <a:pt x="307813" y="872015"/>
                    <a:pt x="326304" y="867680"/>
                    <a:pt x="344229" y="861556"/>
                  </a:cubicBezTo>
                  <a:cubicBezTo>
                    <a:pt x="367060" y="853075"/>
                    <a:pt x="387438" y="845726"/>
                    <a:pt x="405174" y="839507"/>
                  </a:cubicBezTo>
                  <a:cubicBezTo>
                    <a:pt x="452723" y="818589"/>
                    <a:pt x="498857" y="796540"/>
                    <a:pt x="543670" y="773455"/>
                  </a:cubicBezTo>
                  <a:lnTo>
                    <a:pt x="742450" y="673387"/>
                  </a:lnTo>
                  <a:cubicBezTo>
                    <a:pt x="759998" y="665283"/>
                    <a:pt x="777923" y="657368"/>
                    <a:pt x="796226" y="649736"/>
                  </a:cubicBezTo>
                  <a:cubicBezTo>
                    <a:pt x="804716" y="645213"/>
                    <a:pt x="813490" y="640785"/>
                    <a:pt x="822547" y="636827"/>
                  </a:cubicBezTo>
                  <a:cubicBezTo>
                    <a:pt x="864813" y="616192"/>
                    <a:pt x="902267" y="586793"/>
                    <a:pt x="932079" y="550422"/>
                  </a:cubicBezTo>
                  <a:cubicBezTo>
                    <a:pt x="941608" y="536854"/>
                    <a:pt x="950099" y="522625"/>
                    <a:pt x="957363" y="507832"/>
                  </a:cubicBezTo>
                  <a:cubicBezTo>
                    <a:pt x="958118" y="505476"/>
                    <a:pt x="959061" y="503215"/>
                    <a:pt x="960193" y="501048"/>
                  </a:cubicBezTo>
                  <a:cubicBezTo>
                    <a:pt x="986326" y="447999"/>
                    <a:pt x="994346" y="399566"/>
                    <a:pt x="984156" y="355563"/>
                  </a:cubicBezTo>
                  <a:lnTo>
                    <a:pt x="983590" y="354809"/>
                  </a:lnTo>
                  <a:cubicBezTo>
                    <a:pt x="973401" y="314198"/>
                    <a:pt x="946797" y="277167"/>
                    <a:pt x="903588" y="243717"/>
                  </a:cubicBezTo>
                  <a:cubicBezTo>
                    <a:pt x="897833" y="240231"/>
                    <a:pt x="891889" y="236085"/>
                    <a:pt x="885663" y="232410"/>
                  </a:cubicBezTo>
                  <a:cubicBezTo>
                    <a:pt x="874341" y="225908"/>
                    <a:pt x="862832" y="218841"/>
                    <a:pt x="851416" y="211398"/>
                  </a:cubicBezTo>
                  <a:cubicBezTo>
                    <a:pt x="843774" y="208100"/>
                    <a:pt x="836133" y="204331"/>
                    <a:pt x="828113" y="200090"/>
                  </a:cubicBezTo>
                  <a:cubicBezTo>
                    <a:pt x="741035" y="162589"/>
                    <a:pt x="656032" y="120752"/>
                    <a:pt x="573388" y="74770"/>
                  </a:cubicBezTo>
                  <a:cubicBezTo>
                    <a:pt x="562538" y="68834"/>
                    <a:pt x="551972" y="63086"/>
                    <a:pt x="541500" y="57527"/>
                  </a:cubicBezTo>
                  <a:cubicBezTo>
                    <a:pt x="511782" y="41791"/>
                    <a:pt x="481309" y="27751"/>
                    <a:pt x="450082" y="15408"/>
                  </a:cubicBezTo>
                  <a:cubicBezTo>
                    <a:pt x="435836" y="11262"/>
                    <a:pt x="422439" y="8058"/>
                    <a:pt x="409797" y="5608"/>
                  </a:cubicBezTo>
                  <a:cubicBezTo>
                    <a:pt x="389796" y="1462"/>
                    <a:pt x="369607" y="-328"/>
                    <a:pt x="349418" y="49"/>
                  </a:cubicBezTo>
                  <a:cubicBezTo>
                    <a:pt x="334417" y="1180"/>
                    <a:pt x="319605" y="3724"/>
                    <a:pt x="305171" y="7681"/>
                  </a:cubicBezTo>
                  <a:cubicBezTo>
                    <a:pt x="290170" y="12016"/>
                    <a:pt x="275547" y="17763"/>
                    <a:pt x="261585" y="24925"/>
                  </a:cubicBezTo>
                  <a:cubicBezTo>
                    <a:pt x="247622" y="33499"/>
                    <a:pt x="234319" y="43110"/>
                    <a:pt x="221961" y="53852"/>
                  </a:cubicBezTo>
                  <a:cubicBezTo>
                    <a:pt x="207054" y="66384"/>
                    <a:pt x="193280" y="80141"/>
                    <a:pt x="180827" y="95217"/>
                  </a:cubicBezTo>
                  <a:cubicBezTo>
                    <a:pt x="168751" y="110105"/>
                    <a:pt x="157430" y="125558"/>
                    <a:pt x="146958" y="141670"/>
                  </a:cubicBezTo>
                  <a:cubicBezTo>
                    <a:pt x="120542" y="183036"/>
                    <a:pt x="97711" y="226568"/>
                    <a:pt x="78748" y="271891"/>
                  </a:cubicBezTo>
                  <a:cubicBezTo>
                    <a:pt x="70257" y="293939"/>
                    <a:pt x="62144" y="316554"/>
                    <a:pt x="54408" y="339922"/>
                  </a:cubicBezTo>
                  <a:cubicBezTo>
                    <a:pt x="35633" y="399755"/>
                    <a:pt x="20444" y="460531"/>
                    <a:pt x="8651" y="522154"/>
                  </a:cubicBezTo>
                  <a:cubicBezTo>
                    <a:pt x="4029" y="551364"/>
                    <a:pt x="1104" y="580857"/>
                    <a:pt x="160" y="610350"/>
                  </a:cubicBezTo>
                  <a:cubicBezTo>
                    <a:pt x="-406" y="626651"/>
                    <a:pt x="538" y="643046"/>
                    <a:pt x="2802" y="659253"/>
                  </a:cubicBezTo>
                  <a:cubicBezTo>
                    <a:pt x="6010" y="689122"/>
                    <a:pt x="16199" y="717767"/>
                    <a:pt x="32614" y="742925"/>
                  </a:cubicBezTo>
                  <a:cubicBezTo>
                    <a:pt x="40634" y="756494"/>
                    <a:pt x="49785" y="769497"/>
                    <a:pt x="59974" y="781558"/>
                  </a:cubicBezTo>
                  <a:close/>
                </a:path>
              </a:pathLst>
            </a:custGeom>
            <a:solidFill>
              <a:schemeClr val="accent5">
                <a:alpha val="6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Calibri"/>
                <a:buNone/>
              </a:pPr>
              <a:r>
                <a:t/>
              </a:r>
              <a:endParaRPr b="0" i="0" sz="3200" u="none" cap="none" strike="noStrike">
                <a:solidFill>
                  <a:srgbClr val="FFFFFF"/>
                </a:solidFill>
                <a:latin typeface="Calibri"/>
                <a:ea typeface="Calibri"/>
                <a:cs typeface="Calibri"/>
                <a:sym typeface="Calibri"/>
              </a:endParaRPr>
            </a:p>
          </p:txBody>
        </p:sp>
        <p:sp>
          <p:nvSpPr>
            <p:cNvPr id="245" name="Google Shape;245;p37"/>
            <p:cNvSpPr/>
            <p:nvPr/>
          </p:nvSpPr>
          <p:spPr>
            <a:xfrm rot="2492795">
              <a:off x="5681576" y="1069218"/>
              <a:ext cx="663278" cy="598040"/>
            </a:xfrm>
            <a:custGeom>
              <a:rect b="b" l="l" r="r" t="t"/>
              <a:pathLst>
                <a:path extrusionOk="0" h="566992" w="628843">
                  <a:moveTo>
                    <a:pt x="356452" y="3205"/>
                  </a:moveTo>
                  <a:cubicBezTo>
                    <a:pt x="186516" y="-21189"/>
                    <a:pt x="28784" y="96283"/>
                    <a:pt x="3659" y="266001"/>
                  </a:cubicBezTo>
                  <a:cubicBezTo>
                    <a:pt x="-9197" y="347925"/>
                    <a:pt x="12143" y="431545"/>
                    <a:pt x="62654" y="497293"/>
                  </a:cubicBezTo>
                  <a:cubicBezTo>
                    <a:pt x="114013" y="565976"/>
                    <a:pt x="186647" y="583913"/>
                    <a:pt x="280555" y="551039"/>
                  </a:cubicBezTo>
                  <a:cubicBezTo>
                    <a:pt x="361999" y="522992"/>
                    <a:pt x="441680" y="490118"/>
                    <a:pt x="519274" y="452613"/>
                  </a:cubicBezTo>
                  <a:cubicBezTo>
                    <a:pt x="584533" y="420195"/>
                    <a:pt x="620687" y="374733"/>
                    <a:pt x="627605" y="316225"/>
                  </a:cubicBezTo>
                  <a:cubicBezTo>
                    <a:pt x="634522" y="257717"/>
                    <a:pt x="612464" y="193926"/>
                    <a:pt x="561366" y="124852"/>
                  </a:cubicBezTo>
                  <a:cubicBezTo>
                    <a:pt x="512879" y="57669"/>
                    <a:pt x="438679" y="13642"/>
                    <a:pt x="356452" y="3205"/>
                  </a:cubicBezTo>
                </a:path>
              </a:pathLst>
            </a:custGeom>
            <a:solidFill>
              <a:srgbClr val="DBE8F4">
                <a:alpha val="6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6" name="Shape 246"/>
        <p:cNvGrpSpPr/>
        <p:nvPr/>
      </p:nvGrpSpPr>
      <p:grpSpPr>
        <a:xfrm>
          <a:off x="0" y="0"/>
          <a:ext cx="0" cy="0"/>
          <a:chOff x="0" y="0"/>
          <a:chExt cx="0" cy="0"/>
        </a:xfrm>
      </p:grpSpPr>
      <p:sp>
        <p:nvSpPr>
          <p:cNvPr id="247" name="Google Shape;247;p38"/>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b="0" sz="800">
                <a:solidFill>
                  <a:schemeClr val="lt1"/>
                </a:solidFill>
                <a:latin typeface="Calibri"/>
                <a:ea typeface="Calibri"/>
                <a:cs typeface="Calibri"/>
                <a:sym typeface="Calibri"/>
              </a:defRPr>
            </a:lvl1pPr>
            <a:lvl2pPr indent="0" lvl="1" marL="0" algn="ctr">
              <a:spcBef>
                <a:spcPts val="0"/>
              </a:spcBef>
              <a:buNone/>
              <a:defRPr b="0" sz="800">
                <a:solidFill>
                  <a:schemeClr val="lt1"/>
                </a:solidFill>
                <a:latin typeface="Calibri"/>
                <a:ea typeface="Calibri"/>
                <a:cs typeface="Calibri"/>
                <a:sym typeface="Calibri"/>
              </a:defRPr>
            </a:lvl2pPr>
            <a:lvl3pPr indent="0" lvl="2" marL="0" algn="ctr">
              <a:spcBef>
                <a:spcPts val="0"/>
              </a:spcBef>
              <a:buNone/>
              <a:defRPr b="0" sz="800">
                <a:solidFill>
                  <a:schemeClr val="lt1"/>
                </a:solidFill>
                <a:latin typeface="Calibri"/>
                <a:ea typeface="Calibri"/>
                <a:cs typeface="Calibri"/>
                <a:sym typeface="Calibri"/>
              </a:defRPr>
            </a:lvl3pPr>
            <a:lvl4pPr indent="0" lvl="3" marL="0" algn="ctr">
              <a:spcBef>
                <a:spcPts val="0"/>
              </a:spcBef>
              <a:buNone/>
              <a:defRPr b="0" sz="800">
                <a:solidFill>
                  <a:schemeClr val="lt1"/>
                </a:solidFill>
                <a:latin typeface="Calibri"/>
                <a:ea typeface="Calibri"/>
                <a:cs typeface="Calibri"/>
                <a:sym typeface="Calibri"/>
              </a:defRPr>
            </a:lvl4pPr>
            <a:lvl5pPr indent="0" lvl="4" marL="0" algn="ctr">
              <a:spcBef>
                <a:spcPts val="0"/>
              </a:spcBef>
              <a:buNone/>
              <a:defRPr b="0" sz="800">
                <a:solidFill>
                  <a:schemeClr val="lt1"/>
                </a:solidFill>
                <a:latin typeface="Calibri"/>
                <a:ea typeface="Calibri"/>
                <a:cs typeface="Calibri"/>
                <a:sym typeface="Calibri"/>
              </a:defRPr>
            </a:lvl5pPr>
            <a:lvl6pPr indent="0" lvl="5" marL="0" algn="ctr">
              <a:spcBef>
                <a:spcPts val="0"/>
              </a:spcBef>
              <a:buNone/>
              <a:defRPr b="0" sz="800">
                <a:solidFill>
                  <a:schemeClr val="lt1"/>
                </a:solidFill>
                <a:latin typeface="Calibri"/>
                <a:ea typeface="Calibri"/>
                <a:cs typeface="Calibri"/>
                <a:sym typeface="Calibri"/>
              </a:defRPr>
            </a:lvl6pPr>
            <a:lvl7pPr indent="0" lvl="6" marL="0" algn="ctr">
              <a:spcBef>
                <a:spcPts val="0"/>
              </a:spcBef>
              <a:buNone/>
              <a:defRPr b="0" sz="800">
                <a:solidFill>
                  <a:schemeClr val="lt1"/>
                </a:solidFill>
                <a:latin typeface="Calibri"/>
                <a:ea typeface="Calibri"/>
                <a:cs typeface="Calibri"/>
                <a:sym typeface="Calibri"/>
              </a:defRPr>
            </a:lvl7pPr>
            <a:lvl8pPr indent="0" lvl="7" marL="0" algn="ctr">
              <a:spcBef>
                <a:spcPts val="0"/>
              </a:spcBef>
              <a:buNone/>
              <a:defRPr b="0" sz="800">
                <a:solidFill>
                  <a:schemeClr val="lt1"/>
                </a:solidFill>
                <a:latin typeface="Calibri"/>
                <a:ea typeface="Calibri"/>
                <a:cs typeface="Calibri"/>
                <a:sym typeface="Calibri"/>
              </a:defRPr>
            </a:lvl8pPr>
            <a:lvl9pPr indent="0" lvl="8" mar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48" name="Google Shape;248;p38"/>
          <p:cNvSpPr txBox="1"/>
          <p:nvPr>
            <p:ph idx="1" type="body"/>
          </p:nvPr>
        </p:nvSpPr>
        <p:spPr>
          <a:xfrm>
            <a:off x="904875" y="6491992"/>
            <a:ext cx="9563100" cy="124073"/>
          </a:xfrm>
          <a:prstGeom prst="rect">
            <a:avLst/>
          </a:prstGeom>
          <a:noFill/>
          <a:ln>
            <a:noFill/>
          </a:ln>
        </p:spPr>
        <p:txBody>
          <a:bodyPr anchorCtr="0" anchor="b" bIns="0" lIns="0" spcFirstLastPara="1" rIns="0" wrap="square" tIns="0">
            <a:spAutoFit/>
          </a:bodyPr>
          <a:lstStyle>
            <a:lvl1pPr indent="-228600" lvl="0" marL="457200" algn="l">
              <a:lnSpc>
                <a:spcPct val="100000"/>
              </a:lnSpc>
              <a:spcBef>
                <a:spcPts val="0"/>
              </a:spcBef>
              <a:spcAft>
                <a:spcPts val="0"/>
              </a:spcAft>
              <a:buSzPts val="800"/>
              <a:buFont typeface="Arial"/>
              <a:buNone/>
              <a:defRPr sz="800"/>
            </a:lvl1pPr>
            <a:lvl2pPr indent="-228600" lvl="1" marL="914400" algn="l">
              <a:lnSpc>
                <a:spcPct val="105000"/>
              </a:lnSpc>
              <a:spcBef>
                <a:spcPts val="400"/>
              </a:spcBef>
              <a:spcAft>
                <a:spcPts val="0"/>
              </a:spcAft>
              <a:buSzPts val="800"/>
              <a:buNone/>
              <a:defRPr sz="800"/>
            </a:lvl2pPr>
            <a:lvl3pPr indent="-228600" lvl="2" marL="1371600" algn="l">
              <a:lnSpc>
                <a:spcPct val="105000"/>
              </a:lnSpc>
              <a:spcBef>
                <a:spcPts val="400"/>
              </a:spcBef>
              <a:spcAft>
                <a:spcPts val="0"/>
              </a:spcAft>
              <a:buSzPts val="800"/>
              <a:buNone/>
              <a:defRPr sz="800"/>
            </a:lvl3pPr>
            <a:lvl4pPr indent="-228600" lvl="3" marL="1828800" algn="l">
              <a:lnSpc>
                <a:spcPct val="105000"/>
              </a:lnSpc>
              <a:spcBef>
                <a:spcPts val="400"/>
              </a:spcBef>
              <a:spcAft>
                <a:spcPts val="0"/>
              </a:spcAft>
              <a:buSzPts val="800"/>
              <a:buNone/>
              <a:defRPr sz="800"/>
            </a:lvl4pPr>
            <a:lvl5pPr indent="-228600" lvl="4" marL="2286000" algn="l">
              <a:lnSpc>
                <a:spcPct val="105000"/>
              </a:lnSpc>
              <a:spcBef>
                <a:spcPts val="200"/>
              </a:spcBef>
              <a:spcAft>
                <a:spcPts val="0"/>
              </a:spcAft>
              <a:buSzPts val="800"/>
              <a:buFont typeface="Arial"/>
              <a:buNone/>
              <a:defRPr sz="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249" name="Shape 249"/>
        <p:cNvGrpSpPr/>
        <p:nvPr/>
      </p:nvGrpSpPr>
      <p:grpSpPr>
        <a:xfrm>
          <a:off x="0" y="0"/>
          <a:ext cx="0" cy="0"/>
          <a:chOff x="0" y="0"/>
          <a:chExt cx="0" cy="0"/>
        </a:xfrm>
      </p:grpSpPr>
      <p:sp>
        <p:nvSpPr>
          <p:cNvPr id="250" name="Google Shape;250;p3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1" name="Google Shape;251;p39"/>
          <p:cNvSpPr txBox="1"/>
          <p:nvPr>
            <p:ph idx="12" type="sldNum"/>
          </p:nvPr>
        </p:nvSpPr>
        <p:spPr>
          <a:xfrm>
            <a:off x="10629901" y="6398710"/>
            <a:ext cx="952498" cy="15388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52" name="Shape 252"/>
        <p:cNvGrpSpPr/>
        <p:nvPr/>
      </p:nvGrpSpPr>
      <p:grpSpPr>
        <a:xfrm>
          <a:off x="0" y="0"/>
          <a:ext cx="0" cy="0"/>
          <a:chOff x="0" y="0"/>
          <a:chExt cx="0" cy="0"/>
        </a:xfrm>
      </p:grpSpPr>
      <p:sp>
        <p:nvSpPr>
          <p:cNvPr id="253" name="Google Shape;253;p40"/>
          <p:cNvSpPr txBox="1"/>
          <p:nvPr>
            <p:ph type="ctrTitle"/>
          </p:nvPr>
        </p:nvSpPr>
        <p:spPr>
          <a:xfrm>
            <a:off x="1524000" y="1122363"/>
            <a:ext cx="9144000" cy="23876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accent1"/>
              </a:buClr>
              <a:buSzPts val="6000"/>
              <a:buFont typeface="Calibri"/>
              <a:buNone/>
              <a:defRPr sz="6000"/>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40"/>
          <p:cNvSpPr txBox="1"/>
          <p:nvPr>
            <p:ph idx="1" type="subTitle"/>
          </p:nvPr>
        </p:nvSpPr>
        <p:spPr>
          <a:xfrm>
            <a:off x="1524000" y="3602038"/>
            <a:ext cx="9144000" cy="1655762"/>
          </a:xfrm>
          <a:prstGeom prst="rect">
            <a:avLst/>
          </a:prstGeom>
          <a:noFill/>
          <a:ln>
            <a:noFill/>
          </a:ln>
        </p:spPr>
        <p:txBody>
          <a:bodyPr anchorCtr="0" anchor="t" bIns="0" lIns="0" spcFirstLastPara="1" rIns="0" wrap="square" tIns="0">
            <a:noAutofit/>
          </a:bodyPr>
          <a:lstStyle>
            <a:lvl1pPr lvl="0" algn="ctr">
              <a:lnSpc>
                <a:spcPct val="105000"/>
              </a:lnSpc>
              <a:spcBef>
                <a:spcPts val="1800"/>
              </a:spcBef>
              <a:spcAft>
                <a:spcPts val="0"/>
              </a:spcAft>
              <a:buSzPts val="2400"/>
              <a:buNone/>
              <a:defRPr sz="2400"/>
            </a:lvl1pPr>
            <a:lvl2pPr lvl="1" algn="ctr">
              <a:lnSpc>
                <a:spcPct val="105000"/>
              </a:lnSpc>
              <a:spcBef>
                <a:spcPts val="400"/>
              </a:spcBef>
              <a:spcAft>
                <a:spcPts val="0"/>
              </a:spcAft>
              <a:buSzPts val="2000"/>
              <a:buNone/>
              <a:defRPr sz="2000"/>
            </a:lvl2pPr>
            <a:lvl3pPr lvl="2" algn="ctr">
              <a:lnSpc>
                <a:spcPct val="105000"/>
              </a:lnSpc>
              <a:spcBef>
                <a:spcPts val="400"/>
              </a:spcBef>
              <a:spcAft>
                <a:spcPts val="0"/>
              </a:spcAft>
              <a:buSzPts val="1800"/>
              <a:buNone/>
              <a:defRPr sz="1800"/>
            </a:lvl3pPr>
            <a:lvl4pPr lvl="3" algn="ctr">
              <a:lnSpc>
                <a:spcPct val="105000"/>
              </a:lnSpc>
              <a:spcBef>
                <a:spcPts val="400"/>
              </a:spcBef>
              <a:spcAft>
                <a:spcPts val="0"/>
              </a:spcAft>
              <a:buSzPts val="1600"/>
              <a:buNone/>
              <a:defRPr sz="1600"/>
            </a:lvl4pPr>
            <a:lvl5pPr lvl="4" algn="ctr">
              <a:lnSpc>
                <a:spcPct val="105000"/>
              </a:lnSpc>
              <a:spcBef>
                <a:spcPts val="200"/>
              </a:spcBef>
              <a:spcAft>
                <a:spcPts val="0"/>
              </a:spcAft>
              <a:buSzPts val="1600"/>
              <a:buFont typeface="Calibri"/>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5" name="Google Shape;255;p4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6" name="Google Shape;256;p4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7" name="Google Shape;257;p40"/>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58" name="Shape 258"/>
        <p:cNvGrpSpPr/>
        <p:nvPr/>
      </p:nvGrpSpPr>
      <p:grpSpPr>
        <a:xfrm>
          <a:off x="0" y="0"/>
          <a:ext cx="0" cy="0"/>
          <a:chOff x="0" y="0"/>
          <a:chExt cx="0" cy="0"/>
        </a:xfrm>
      </p:grpSpPr>
      <p:sp>
        <p:nvSpPr>
          <p:cNvPr id="259" name="Google Shape;259;p41"/>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1800"/>
              <a:buNone/>
              <a:defRPr/>
            </a:lvl1pPr>
            <a:lvl2pPr lvl="1">
              <a:spcBef>
                <a:spcPts val="60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1"/>
          <p:cNvSpPr txBox="1"/>
          <p:nvPr>
            <p:ph idx="1" type="body"/>
          </p:nvPr>
        </p:nvSpPr>
        <p:spPr>
          <a:xfrm>
            <a:off x="334962" y="1628774"/>
            <a:ext cx="11522855" cy="4389120"/>
          </a:xfrm>
          <a:prstGeom prst="rect">
            <a:avLst/>
          </a:prstGeom>
          <a:noFill/>
          <a:ln>
            <a:noFill/>
          </a:ln>
        </p:spPr>
        <p:txBody>
          <a:bodyPr anchorCtr="0" anchor="t" bIns="0" lIns="0" spcFirstLastPara="1" rIns="0" wrap="square" tIns="0">
            <a:noAutofit/>
          </a:bodyPr>
          <a:lstStyle>
            <a:lvl1pPr indent="-228600" lvl="0" marL="457200" algn="l">
              <a:lnSpc>
                <a:spcPct val="105000"/>
              </a:lnSpc>
              <a:spcBef>
                <a:spcPts val="1800"/>
              </a:spcBef>
              <a:spcAft>
                <a:spcPts val="0"/>
              </a:spcAft>
              <a:buSzPts val="1800"/>
              <a:buNone/>
              <a:defRPr/>
            </a:lvl1pPr>
            <a:lvl2pPr indent="-342900" lvl="1" marL="914400" algn="l">
              <a:lnSpc>
                <a:spcPct val="105000"/>
              </a:lnSpc>
              <a:spcBef>
                <a:spcPts val="400"/>
              </a:spcBef>
              <a:spcAft>
                <a:spcPts val="0"/>
              </a:spcAft>
              <a:buSzPts val="1800"/>
              <a:buChar char="•"/>
              <a:defRPr/>
            </a:lvl2pPr>
            <a:lvl3pPr indent="-342900" lvl="2" marL="1371600" algn="l">
              <a:lnSpc>
                <a:spcPct val="105000"/>
              </a:lnSpc>
              <a:spcBef>
                <a:spcPts val="400"/>
              </a:spcBef>
              <a:spcAft>
                <a:spcPts val="0"/>
              </a:spcAft>
              <a:buSzPts val="1800"/>
              <a:buChar char="–"/>
              <a:defRPr/>
            </a:lvl3pPr>
            <a:lvl4pPr indent="-342900" lvl="3" marL="1828800" algn="l">
              <a:lnSpc>
                <a:spcPct val="105000"/>
              </a:lnSpc>
              <a:spcBef>
                <a:spcPts val="400"/>
              </a:spcBef>
              <a:spcAft>
                <a:spcPts val="0"/>
              </a:spcAft>
              <a:buSzPts val="1800"/>
              <a:buChar char="•"/>
              <a:defRPr/>
            </a:lvl4pPr>
            <a:lvl5pPr indent="-228600" lvl="4" marL="2286000" algn="l">
              <a:lnSpc>
                <a:spcPct val="105000"/>
              </a:lnSpc>
              <a:spcBef>
                <a:spcPts val="2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 name="Google Shape;261;p41"/>
          <p:cNvSpPr txBox="1"/>
          <p:nvPr>
            <p:ph idx="11" type="ftr"/>
          </p:nvPr>
        </p:nvSpPr>
        <p:spPr>
          <a:xfrm>
            <a:off x="265176" y="6356350"/>
            <a:ext cx="1134483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2" name="Google Shape;262;p41"/>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3.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theme" Target="../theme/theme1.xml"/><Relationship Id="rId12" Type="http://schemas.openxmlformats.org/officeDocument/2006/relationships/slideLayout" Target="../slideLayouts/slideLayout28.xml"/><Relationship Id="rId1" Type="http://schemas.openxmlformats.org/officeDocument/2006/relationships/image" Target="../media/image11.png"/><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p:nvPr/>
        </p:nvSpPr>
        <p:spPr>
          <a:xfrm>
            <a:off x="11739880" y="6386463"/>
            <a:ext cx="320655" cy="320655"/>
          </a:xfrm>
          <a:prstGeom prst="ellipse">
            <a:avLst/>
          </a:prstGeom>
          <a:solidFill>
            <a:srgbClr val="E8F3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12"/>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accent5"/>
              </a:buClr>
              <a:buSzPts val="3200"/>
              <a:buFont typeface="Arial"/>
              <a:buNone/>
              <a:defRPr b="0" i="0" sz="3200" u="none" cap="none" strike="noStrike">
                <a:solidFill>
                  <a:schemeClr val="accent5"/>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2"/>
          <p:cNvSpPr txBox="1"/>
          <p:nvPr>
            <p:ph idx="1" type="body"/>
          </p:nvPr>
        </p:nvSpPr>
        <p:spPr>
          <a:xfrm>
            <a:off x="265176" y="1470991"/>
            <a:ext cx="11660124" cy="4721086"/>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0000"/>
              </a:lnSpc>
              <a:spcBef>
                <a:spcPts val="1000"/>
              </a:spcBef>
              <a:spcAft>
                <a:spcPts val="0"/>
              </a:spcAft>
              <a:buClr>
                <a:schemeClr val="accent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lnSpc>
                <a:spcPct val="90000"/>
              </a:lnSpc>
              <a:spcBef>
                <a:spcPts val="500"/>
              </a:spcBef>
              <a:spcAft>
                <a:spcPts val="0"/>
              </a:spcAft>
              <a:buClr>
                <a:schemeClr val="accent1"/>
              </a:buClr>
              <a:buSzPts val="2000"/>
              <a:buFont typeface="NTR"/>
              <a:buChar char="–"/>
              <a:defRPr b="0" i="0" sz="20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accent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90000"/>
              </a:lnSpc>
              <a:spcBef>
                <a:spcPts val="50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12"/>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i="0" sz="800" u="none" cap="none" strike="noStrike">
                <a:solidFill>
                  <a:schemeClr val="dk2"/>
                </a:solidFill>
                <a:latin typeface="Arial"/>
                <a:ea typeface="Arial"/>
                <a:cs typeface="Arial"/>
                <a:sym typeface="Arial"/>
              </a:defRPr>
            </a:lvl1pPr>
            <a:lvl2pPr indent="0" lvl="1" marL="0" marR="0" rtl="0" algn="ctr">
              <a:spcBef>
                <a:spcPts val="0"/>
              </a:spcBef>
              <a:buNone/>
              <a:defRPr b="0" i="0" sz="800" u="none" cap="none" strike="noStrike">
                <a:solidFill>
                  <a:schemeClr val="dk2"/>
                </a:solidFill>
                <a:latin typeface="Arial"/>
                <a:ea typeface="Arial"/>
                <a:cs typeface="Arial"/>
                <a:sym typeface="Arial"/>
              </a:defRPr>
            </a:lvl2pPr>
            <a:lvl3pPr indent="0" lvl="2" marL="0" marR="0" rtl="0" algn="ctr">
              <a:spcBef>
                <a:spcPts val="0"/>
              </a:spcBef>
              <a:buNone/>
              <a:defRPr b="0" i="0" sz="800" u="none" cap="none" strike="noStrike">
                <a:solidFill>
                  <a:schemeClr val="dk2"/>
                </a:solidFill>
                <a:latin typeface="Arial"/>
                <a:ea typeface="Arial"/>
                <a:cs typeface="Arial"/>
                <a:sym typeface="Arial"/>
              </a:defRPr>
            </a:lvl3pPr>
            <a:lvl4pPr indent="0" lvl="3" marL="0" marR="0" rtl="0" algn="ctr">
              <a:spcBef>
                <a:spcPts val="0"/>
              </a:spcBef>
              <a:buNone/>
              <a:defRPr b="0" i="0" sz="800" u="none" cap="none" strike="noStrike">
                <a:solidFill>
                  <a:schemeClr val="dk2"/>
                </a:solidFill>
                <a:latin typeface="Arial"/>
                <a:ea typeface="Arial"/>
                <a:cs typeface="Arial"/>
                <a:sym typeface="Arial"/>
              </a:defRPr>
            </a:lvl4pPr>
            <a:lvl5pPr indent="0" lvl="4" marL="0" marR="0" rtl="0" algn="ctr">
              <a:spcBef>
                <a:spcPts val="0"/>
              </a:spcBef>
              <a:buNone/>
              <a:defRPr b="0" i="0" sz="800" u="none" cap="none" strike="noStrike">
                <a:solidFill>
                  <a:schemeClr val="dk2"/>
                </a:solidFill>
                <a:latin typeface="Arial"/>
                <a:ea typeface="Arial"/>
                <a:cs typeface="Arial"/>
                <a:sym typeface="Arial"/>
              </a:defRPr>
            </a:lvl5pPr>
            <a:lvl6pPr indent="0" lvl="5" marL="0" marR="0" rtl="0" algn="ctr">
              <a:spcBef>
                <a:spcPts val="0"/>
              </a:spcBef>
              <a:buNone/>
              <a:defRPr b="0" i="0" sz="800" u="none" cap="none" strike="noStrike">
                <a:solidFill>
                  <a:schemeClr val="dk2"/>
                </a:solidFill>
                <a:latin typeface="Arial"/>
                <a:ea typeface="Arial"/>
                <a:cs typeface="Arial"/>
                <a:sym typeface="Arial"/>
              </a:defRPr>
            </a:lvl6pPr>
            <a:lvl7pPr indent="0" lvl="6" marL="0" marR="0" rtl="0" algn="ctr">
              <a:spcBef>
                <a:spcPts val="0"/>
              </a:spcBef>
              <a:buNone/>
              <a:defRPr b="0" i="0" sz="800" u="none" cap="none" strike="noStrike">
                <a:solidFill>
                  <a:schemeClr val="dk2"/>
                </a:solidFill>
                <a:latin typeface="Arial"/>
                <a:ea typeface="Arial"/>
                <a:cs typeface="Arial"/>
                <a:sym typeface="Arial"/>
              </a:defRPr>
            </a:lvl7pPr>
            <a:lvl8pPr indent="0" lvl="7" marL="0" marR="0" rtl="0" algn="ctr">
              <a:spcBef>
                <a:spcPts val="0"/>
              </a:spcBef>
              <a:buNone/>
              <a:defRPr b="0" i="0" sz="800" u="none" cap="none" strike="noStrike">
                <a:solidFill>
                  <a:schemeClr val="dk2"/>
                </a:solidFill>
                <a:latin typeface="Arial"/>
                <a:ea typeface="Arial"/>
                <a:cs typeface="Arial"/>
                <a:sym typeface="Arial"/>
              </a:defRPr>
            </a:lvl8pPr>
            <a:lvl9pPr indent="0" lvl="8" marL="0" marR="0" rtl="0" algn="ctr">
              <a:spcBef>
                <a:spcPts val="0"/>
              </a:spcBef>
              <a:buNone/>
              <a:defRPr b="0" i="0" sz="8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14" name="Google Shape;14;p12"/>
          <p:cNvSpPr/>
          <p:nvPr/>
        </p:nvSpPr>
        <p:spPr>
          <a:xfrm>
            <a:off x="0" y="0"/>
            <a:ext cx="12192001" cy="254833"/>
          </a:xfrm>
          <a:prstGeom prst="rect">
            <a:avLst/>
          </a:prstGeom>
          <a:gradFill>
            <a:gsLst>
              <a:gs pos="0">
                <a:srgbClr val="D2E5C4"/>
              </a:gs>
              <a:gs pos="76000">
                <a:srgbClr val="F8F9F4">
                  <a:alpha val="0"/>
                </a:srgbClr>
              </a:gs>
              <a:gs pos="100000">
                <a:srgbClr val="F8F9F4">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5" name="Google Shape;15;p12"/>
          <p:cNvPicPr preferRelativeResize="0"/>
          <p:nvPr/>
        </p:nvPicPr>
        <p:blipFill rotWithShape="1">
          <a:blip r:embed="rId1">
            <a:alphaModFix/>
          </a:blip>
          <a:srcRect b="34018" l="16993" r="19476" t="28268"/>
          <a:stretch/>
        </p:blipFill>
        <p:spPr>
          <a:xfrm>
            <a:off x="10185400" y="116363"/>
            <a:ext cx="1831787" cy="497523"/>
          </a:xfrm>
          <a:prstGeom prst="rect">
            <a:avLst/>
          </a:prstGeom>
          <a:noFill/>
          <a:ln>
            <a:noFill/>
          </a:ln>
        </p:spPr>
      </p:pic>
      <p:sp>
        <p:nvSpPr>
          <p:cNvPr id="16" name="Google Shape;16;p12"/>
          <p:cNvSpPr txBox="1"/>
          <p:nvPr/>
        </p:nvSpPr>
        <p:spPr>
          <a:xfrm>
            <a:off x="1297776" y="6678850"/>
            <a:ext cx="1506711"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none" cap="none" strike="noStrike">
                <a:solidFill>
                  <a:schemeClr val="dk1"/>
                </a:solidFill>
                <a:latin typeface="Arial"/>
                <a:ea typeface="Arial"/>
                <a:cs typeface="Arial"/>
                <a:sym typeface="Arial"/>
              </a:rPr>
              <a:t>US - MED - LO - 0192</a:t>
            </a:r>
            <a:endParaRPr/>
          </a:p>
        </p:txBody>
      </p:sp>
      <p:sp>
        <p:nvSpPr>
          <p:cNvPr id="17" name="Google Shape;17;p12"/>
          <p:cNvSpPr txBox="1"/>
          <p:nvPr/>
        </p:nvSpPr>
        <p:spPr>
          <a:xfrm>
            <a:off x="7675847"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OCT-2025</a:t>
            </a:r>
            <a:endParaRPr/>
          </a:p>
        </p:txBody>
      </p:sp>
      <p:sp>
        <p:nvSpPr>
          <p:cNvPr id="18" name="Google Shape;18;p12"/>
          <p:cNvSpPr txBox="1"/>
          <p:nvPr/>
        </p:nvSpPr>
        <p:spPr>
          <a:xfrm>
            <a:off x="9889348" y="6678850"/>
            <a:ext cx="107589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V1.0</a:t>
            </a:r>
            <a:endParaRPr/>
          </a:p>
        </p:txBody>
      </p:sp>
      <p:sp>
        <p:nvSpPr>
          <p:cNvPr id="19" name="Google Shape;19;p12"/>
          <p:cNvSpPr txBox="1"/>
          <p:nvPr/>
        </p:nvSpPr>
        <p:spPr>
          <a:xfrm>
            <a:off x="3511278" y="6678850"/>
            <a:ext cx="3026960" cy="201168"/>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b="0" lang="en-US" sz="800" u="none">
                <a:solidFill>
                  <a:schemeClr val="dk1"/>
                </a:solidFill>
                <a:latin typeface="Arial"/>
                <a:ea typeface="Arial"/>
                <a:cs typeface="Arial"/>
                <a:sym typeface="Arial"/>
              </a:rPr>
              <a:t> CONFIDENTIAL – FOR ADVISORY BOARD USE ONLY</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66">
          <p15:clr>
            <a:srgbClr val="F26B43"/>
          </p15:clr>
        </p15:guide>
        <p15:guide id="2" orient="horz" pos="224">
          <p15:clr>
            <a:srgbClr val="F26B43"/>
          </p15:clr>
        </p15:guide>
        <p15:guide id="3" orient="horz" pos="4234">
          <p15:clr>
            <a:srgbClr val="F26B43"/>
          </p15:clr>
        </p15:guide>
        <p15:guide id="4" orient="horz" pos="925">
          <p15:clr>
            <a:srgbClr val="F26B43"/>
          </p15:clr>
        </p15:guide>
        <p15:guide id="5" orient="horz" pos="4152">
          <p15:clr>
            <a:srgbClr val="F26B43"/>
          </p15:clr>
        </p15:guide>
        <p15:guide id="6" pos="75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5" name="Shape 195"/>
        <p:cNvGrpSpPr/>
        <p:nvPr/>
      </p:nvGrpSpPr>
      <p:grpSpPr>
        <a:xfrm>
          <a:off x="0" y="0"/>
          <a:ext cx="0" cy="0"/>
          <a:chOff x="0" y="0"/>
          <a:chExt cx="0" cy="0"/>
        </a:xfrm>
      </p:grpSpPr>
      <p:sp>
        <p:nvSpPr>
          <p:cNvPr id="196" name="Google Shape;196;p30"/>
          <p:cNvSpPr/>
          <p:nvPr/>
        </p:nvSpPr>
        <p:spPr>
          <a:xfrm rot="-2279260">
            <a:off x="329727" y="6383093"/>
            <a:ext cx="366500" cy="330454"/>
          </a:xfrm>
          <a:custGeom>
            <a:rect b="b" l="l" r="r" t="t"/>
            <a:pathLst>
              <a:path extrusionOk="0" h="566992" w="628843">
                <a:moveTo>
                  <a:pt x="356452" y="3205"/>
                </a:moveTo>
                <a:cubicBezTo>
                  <a:pt x="186516" y="-21189"/>
                  <a:pt x="28784" y="96283"/>
                  <a:pt x="3659" y="266001"/>
                </a:cubicBezTo>
                <a:cubicBezTo>
                  <a:pt x="-9197" y="347925"/>
                  <a:pt x="12143" y="431545"/>
                  <a:pt x="62654" y="497293"/>
                </a:cubicBezTo>
                <a:cubicBezTo>
                  <a:pt x="114013" y="565976"/>
                  <a:pt x="186647" y="583913"/>
                  <a:pt x="280555" y="551039"/>
                </a:cubicBezTo>
                <a:cubicBezTo>
                  <a:pt x="361999" y="522992"/>
                  <a:pt x="441680" y="490118"/>
                  <a:pt x="519274" y="452613"/>
                </a:cubicBezTo>
                <a:cubicBezTo>
                  <a:pt x="584533" y="420195"/>
                  <a:pt x="620687" y="374733"/>
                  <a:pt x="627605" y="316225"/>
                </a:cubicBezTo>
                <a:cubicBezTo>
                  <a:pt x="634522" y="257717"/>
                  <a:pt x="612464" y="193926"/>
                  <a:pt x="561366" y="124852"/>
                </a:cubicBezTo>
                <a:cubicBezTo>
                  <a:pt x="512879" y="57669"/>
                  <a:pt x="438679" y="13642"/>
                  <a:pt x="356452" y="3205"/>
                </a:cubicBezTo>
              </a:path>
            </a:pathLst>
          </a:custGeom>
          <a:solidFill>
            <a:srgbClr val="DBE8F4">
              <a:alpha val="6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97" name="Google Shape;197;p30"/>
          <p:cNvSpPr txBox="1"/>
          <p:nvPr>
            <p:ph type="title"/>
          </p:nvPr>
        </p:nvSpPr>
        <p:spPr>
          <a:xfrm>
            <a:off x="334976" y="171450"/>
            <a:ext cx="11522856" cy="1118871"/>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accent1"/>
              </a:buClr>
              <a:buSzPts val="3600"/>
              <a:buFont typeface="Calibri"/>
              <a:buNone/>
              <a:defRPr b="0" i="0" sz="3600" u="none" cap="none" strike="noStrike">
                <a:solidFill>
                  <a:schemeClr val="accent1"/>
                </a:solidFill>
                <a:latin typeface="Calibri"/>
                <a:ea typeface="Calibri"/>
                <a:cs typeface="Calibri"/>
                <a:sym typeface="Calibri"/>
              </a:defRPr>
            </a:lvl1pPr>
            <a:lvl2pPr lvl="1">
              <a:spcBef>
                <a:spcPts val="60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8" name="Google Shape;198;p30"/>
          <p:cNvSpPr txBox="1"/>
          <p:nvPr>
            <p:ph idx="1" type="body"/>
          </p:nvPr>
        </p:nvSpPr>
        <p:spPr>
          <a:xfrm>
            <a:off x="334962" y="1628774"/>
            <a:ext cx="11522855" cy="4389120"/>
          </a:xfrm>
          <a:prstGeom prst="rect">
            <a:avLst/>
          </a:prstGeom>
          <a:noFill/>
          <a:ln>
            <a:noFill/>
          </a:ln>
        </p:spPr>
        <p:txBody>
          <a:bodyPr anchorCtr="0" anchor="t" bIns="0" lIns="0" spcFirstLastPara="1" rIns="0" wrap="square" tIns="0">
            <a:noAutofit/>
          </a:bodyPr>
          <a:lstStyle>
            <a:lvl1pPr indent="-228600" lvl="0" marL="457200" marR="0" rtl="0" algn="l">
              <a:lnSpc>
                <a:spcPct val="105000"/>
              </a:lnSpc>
              <a:spcBef>
                <a:spcPts val="1800"/>
              </a:spcBef>
              <a:spcAft>
                <a:spcPts val="0"/>
              </a:spcAft>
              <a:buClr>
                <a:schemeClr val="accent1"/>
              </a:buClr>
              <a:buSzPts val="2000"/>
              <a:buFont typeface="Arial"/>
              <a:buNone/>
              <a:defRPr b="0" i="0" sz="2000" u="none" cap="none" strike="noStrike">
                <a:solidFill>
                  <a:srgbClr val="414042"/>
                </a:solidFill>
                <a:latin typeface="Calibri"/>
                <a:ea typeface="Calibri"/>
                <a:cs typeface="Calibri"/>
                <a:sym typeface="Calibri"/>
              </a:defRPr>
            </a:lvl1pPr>
            <a:lvl2pPr indent="-336550" lvl="1" marL="914400" marR="0" rtl="0" algn="l">
              <a:lnSpc>
                <a:spcPct val="105000"/>
              </a:lnSpc>
              <a:spcBef>
                <a:spcPts val="400"/>
              </a:spcBef>
              <a:spcAft>
                <a:spcPts val="0"/>
              </a:spcAft>
              <a:buClr>
                <a:schemeClr val="accent1"/>
              </a:buClr>
              <a:buSzPts val="1700"/>
              <a:buFont typeface="Arial"/>
              <a:buChar char="•"/>
              <a:defRPr b="0" i="0" sz="1700" u="none" cap="none" strike="noStrike">
                <a:solidFill>
                  <a:srgbClr val="414042"/>
                </a:solidFill>
                <a:latin typeface="Calibri"/>
                <a:ea typeface="Calibri"/>
                <a:cs typeface="Calibri"/>
                <a:sym typeface="Calibri"/>
              </a:defRPr>
            </a:lvl2pPr>
            <a:lvl3pPr indent="-323850" lvl="2" marL="1371600" marR="0" rtl="0" algn="l">
              <a:lnSpc>
                <a:spcPct val="105000"/>
              </a:lnSpc>
              <a:spcBef>
                <a:spcPts val="400"/>
              </a:spcBef>
              <a:spcAft>
                <a:spcPts val="0"/>
              </a:spcAft>
              <a:buClr>
                <a:schemeClr val="accent1"/>
              </a:buClr>
              <a:buSzPts val="1500"/>
              <a:buFont typeface="Calibri"/>
              <a:buChar char="–"/>
              <a:defRPr b="0" i="0" sz="1500" u="none" cap="none" strike="noStrike">
                <a:solidFill>
                  <a:srgbClr val="414042"/>
                </a:solidFill>
                <a:latin typeface="Calibri"/>
                <a:ea typeface="Calibri"/>
                <a:cs typeface="Calibri"/>
                <a:sym typeface="Calibri"/>
              </a:defRPr>
            </a:lvl3pPr>
            <a:lvl4pPr indent="-311150" lvl="3" marL="1828800" marR="0" rtl="0" algn="l">
              <a:lnSpc>
                <a:spcPct val="105000"/>
              </a:lnSpc>
              <a:spcBef>
                <a:spcPts val="400"/>
              </a:spcBef>
              <a:spcAft>
                <a:spcPts val="0"/>
              </a:spcAft>
              <a:buClr>
                <a:schemeClr val="accent1"/>
              </a:buClr>
              <a:buSzPts val="1300"/>
              <a:buFont typeface="Arial"/>
              <a:buChar char="•"/>
              <a:defRPr b="0" i="0" sz="1300" u="none" cap="none" strike="noStrike">
                <a:solidFill>
                  <a:srgbClr val="414042"/>
                </a:solidFill>
                <a:latin typeface="Calibri"/>
                <a:ea typeface="Calibri"/>
                <a:cs typeface="Calibri"/>
                <a:sym typeface="Calibri"/>
              </a:defRPr>
            </a:lvl4pPr>
            <a:lvl5pPr indent="-228600" lvl="4" marL="2286000" marR="0" rtl="0" algn="l">
              <a:lnSpc>
                <a:spcPct val="105000"/>
              </a:lnSpc>
              <a:spcBef>
                <a:spcPts val="200"/>
              </a:spcBef>
              <a:spcAft>
                <a:spcPts val="0"/>
              </a:spcAft>
              <a:buClr>
                <a:schemeClr val="accent1"/>
              </a:buClr>
              <a:buSzPts val="1100"/>
              <a:buFont typeface="Calibri"/>
              <a:buNone/>
              <a:defRPr b="0" i="0" sz="1100" u="none" cap="none" strike="noStrike">
                <a:solidFill>
                  <a:srgbClr val="414042"/>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9" name="Google Shape;199;p30"/>
          <p:cNvSpPr/>
          <p:nvPr>
            <p:ph idx="12" type="sldNum"/>
          </p:nvPr>
        </p:nvSpPr>
        <p:spPr>
          <a:xfrm>
            <a:off x="361949" y="6409540"/>
            <a:ext cx="274320" cy="274320"/>
          </a:xfrm>
          <a:prstGeom prst="roundRect">
            <a:avLst>
              <a:gd fmla="val 50000" name="adj"/>
            </a:avLst>
          </a:prstGeom>
          <a:noFill/>
          <a:ln>
            <a:noFill/>
          </a:ln>
        </p:spPr>
        <p:txBody>
          <a:bodyPr anchorCtr="0" anchor="ctr" bIns="0" lIns="0" spcFirstLastPara="1" rIns="0" wrap="square" tIns="0">
            <a:noAutofit/>
          </a:bodyPr>
          <a:lstStyle>
            <a:lvl1pPr indent="0" lvl="0" marL="0" marR="0" rtl="0" algn="ctr">
              <a:spcBef>
                <a:spcPts val="0"/>
              </a:spcBef>
              <a:buNone/>
              <a:defRPr b="0" sz="800">
                <a:solidFill>
                  <a:schemeClr val="lt1"/>
                </a:solidFill>
                <a:latin typeface="Calibri"/>
                <a:ea typeface="Calibri"/>
                <a:cs typeface="Calibri"/>
                <a:sym typeface="Calibri"/>
              </a:defRPr>
            </a:lvl1pPr>
            <a:lvl2pPr indent="0" lvl="1" marL="0" marR="0" rtl="0" algn="ctr">
              <a:spcBef>
                <a:spcPts val="0"/>
              </a:spcBef>
              <a:buNone/>
              <a:defRPr b="0" sz="800">
                <a:solidFill>
                  <a:schemeClr val="lt1"/>
                </a:solidFill>
                <a:latin typeface="Calibri"/>
                <a:ea typeface="Calibri"/>
                <a:cs typeface="Calibri"/>
                <a:sym typeface="Calibri"/>
              </a:defRPr>
            </a:lvl2pPr>
            <a:lvl3pPr indent="0" lvl="2" marL="0" marR="0" rtl="0" algn="ctr">
              <a:spcBef>
                <a:spcPts val="0"/>
              </a:spcBef>
              <a:buNone/>
              <a:defRPr b="0" sz="800">
                <a:solidFill>
                  <a:schemeClr val="lt1"/>
                </a:solidFill>
                <a:latin typeface="Calibri"/>
                <a:ea typeface="Calibri"/>
                <a:cs typeface="Calibri"/>
                <a:sym typeface="Calibri"/>
              </a:defRPr>
            </a:lvl3pPr>
            <a:lvl4pPr indent="0" lvl="3" marL="0" marR="0" rtl="0" algn="ctr">
              <a:spcBef>
                <a:spcPts val="0"/>
              </a:spcBef>
              <a:buNone/>
              <a:defRPr b="0" sz="800">
                <a:solidFill>
                  <a:schemeClr val="lt1"/>
                </a:solidFill>
                <a:latin typeface="Calibri"/>
                <a:ea typeface="Calibri"/>
                <a:cs typeface="Calibri"/>
                <a:sym typeface="Calibri"/>
              </a:defRPr>
            </a:lvl4pPr>
            <a:lvl5pPr indent="0" lvl="4" marL="0" marR="0" rtl="0" algn="ctr">
              <a:spcBef>
                <a:spcPts val="0"/>
              </a:spcBef>
              <a:buNone/>
              <a:defRPr b="0" sz="800">
                <a:solidFill>
                  <a:schemeClr val="lt1"/>
                </a:solidFill>
                <a:latin typeface="Calibri"/>
                <a:ea typeface="Calibri"/>
                <a:cs typeface="Calibri"/>
                <a:sym typeface="Calibri"/>
              </a:defRPr>
            </a:lvl5pPr>
            <a:lvl6pPr indent="0" lvl="5" marL="0" marR="0" rtl="0" algn="ctr">
              <a:spcBef>
                <a:spcPts val="0"/>
              </a:spcBef>
              <a:buNone/>
              <a:defRPr b="0" sz="800">
                <a:solidFill>
                  <a:schemeClr val="lt1"/>
                </a:solidFill>
                <a:latin typeface="Calibri"/>
                <a:ea typeface="Calibri"/>
                <a:cs typeface="Calibri"/>
                <a:sym typeface="Calibri"/>
              </a:defRPr>
            </a:lvl6pPr>
            <a:lvl7pPr indent="0" lvl="6" marL="0" marR="0" rtl="0" algn="ctr">
              <a:spcBef>
                <a:spcPts val="0"/>
              </a:spcBef>
              <a:buNone/>
              <a:defRPr b="0" sz="800">
                <a:solidFill>
                  <a:schemeClr val="lt1"/>
                </a:solidFill>
                <a:latin typeface="Calibri"/>
                <a:ea typeface="Calibri"/>
                <a:cs typeface="Calibri"/>
                <a:sym typeface="Calibri"/>
              </a:defRPr>
            </a:lvl7pPr>
            <a:lvl8pPr indent="0" lvl="7" marL="0" marR="0" rtl="0" algn="ctr">
              <a:spcBef>
                <a:spcPts val="0"/>
              </a:spcBef>
              <a:buNone/>
              <a:defRPr b="0" sz="800">
                <a:solidFill>
                  <a:schemeClr val="lt1"/>
                </a:solidFill>
                <a:latin typeface="Calibri"/>
                <a:ea typeface="Calibri"/>
                <a:cs typeface="Calibri"/>
                <a:sym typeface="Calibri"/>
              </a:defRPr>
            </a:lvl8pPr>
            <a:lvl9pPr indent="0" lvl="8" marL="0" marR="0" rtl="0" algn="ctr">
              <a:spcBef>
                <a:spcPts val="0"/>
              </a:spcBef>
              <a:buNone/>
              <a:defRPr b="0" sz="800">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pic>
        <p:nvPicPr>
          <p:cNvPr id="200" name="Google Shape;200;p30"/>
          <p:cNvPicPr preferRelativeResize="0"/>
          <p:nvPr/>
        </p:nvPicPr>
        <p:blipFill rotWithShape="1">
          <a:blip r:embed="rId1">
            <a:alphaModFix/>
          </a:blip>
          <a:srcRect b="0" l="0" r="0" t="0"/>
          <a:stretch/>
        </p:blipFill>
        <p:spPr>
          <a:xfrm>
            <a:off x="10559510" y="6248400"/>
            <a:ext cx="1298322" cy="406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890">
          <p15:clr>
            <a:srgbClr val="F26B43"/>
          </p15:clr>
        </p15:guide>
        <p15:guide id="2" pos="7469">
          <p15:clr>
            <a:srgbClr val="F26B43"/>
          </p15:clr>
        </p15:guide>
        <p15:guide id="3" pos="3840">
          <p15:clr>
            <a:srgbClr val="F26B43"/>
          </p15:clr>
        </p15:guide>
        <p15:guide id="4" orient="horz" pos="739">
          <p15:clr>
            <a:srgbClr val="F26B43"/>
          </p15:clr>
        </p15:guide>
        <p15:guide id="5" orient="horz" pos="1026">
          <p15:clr>
            <a:srgbClr val="F26B43"/>
          </p15:clr>
        </p15:guide>
        <p15:guide id="6" orient="horz" pos="4201">
          <p15:clr>
            <a:srgbClr val="F26B43"/>
          </p15:clr>
        </p15:guide>
        <p15:guide id="7" orient="horz" pos="2160">
          <p15:clr>
            <a:srgbClr val="F26B43"/>
          </p15:clr>
        </p15:guide>
        <p15:guide id="8" orient="horz" pos="96">
          <p15:clr>
            <a:srgbClr val="F26B43"/>
          </p15:clr>
        </p15:guide>
        <p15:guide id="9" pos="211">
          <p15:clr>
            <a:srgbClr val="F26B43"/>
          </p15:clr>
        </p15:guide>
        <p15:guide id="10" orient="horz">
          <p15:clr>
            <a:srgbClr val="F26B43"/>
          </p15:clr>
        </p15:guide>
        <p15:guide id="11" orient="horz" pos="4315">
          <p15:clr>
            <a:srgbClr val="F26B43"/>
          </p15:clr>
        </p15:guide>
        <p15:guide id="12">
          <p15:clr>
            <a:srgbClr val="F26B43"/>
          </p15:clr>
        </p15:guide>
        <p15:guide id="13" pos="76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pubmed.ncbi.nlm.nih.gov/1095144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chart" Target="../charts/char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
          <p:cNvSpPr txBox="1"/>
          <p:nvPr>
            <p:ph type="title"/>
          </p:nvPr>
        </p:nvSpPr>
        <p:spPr>
          <a:xfrm>
            <a:off x="831850" y="1709739"/>
            <a:ext cx="9239250" cy="90646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800"/>
              <a:buFont typeface="Arial Narrow"/>
              <a:buNone/>
            </a:pPr>
            <a:r>
              <a:rPr i="1" lang="en-US" sz="4800">
                <a:solidFill>
                  <a:schemeClr val="accent2"/>
                </a:solidFill>
                <a:latin typeface="Arial Narrow"/>
                <a:ea typeface="Arial Narrow"/>
                <a:cs typeface="Arial Narrow"/>
                <a:sym typeface="Arial Narrow"/>
              </a:rPr>
              <a:t>Topic #2:</a:t>
            </a:r>
            <a:r>
              <a:rPr lang="en-US" sz="4800"/>
              <a:t> </a:t>
            </a:r>
            <a:r>
              <a:rPr b="1" lang="en-US" sz="4800"/>
              <a:t>Grip Strength Data</a:t>
            </a:r>
            <a:endParaRPr/>
          </a:p>
        </p:txBody>
      </p:sp>
      <p:sp>
        <p:nvSpPr>
          <p:cNvPr id="269" name="Google Shape;269;p1"/>
          <p:cNvSpPr txBox="1"/>
          <p:nvPr/>
        </p:nvSpPr>
        <p:spPr>
          <a:xfrm>
            <a:off x="795528" y="3419856"/>
            <a:ext cx="11360151" cy="152045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accent1"/>
              </a:buClr>
              <a:buSzPts val="2100"/>
              <a:buFont typeface="Arial"/>
              <a:buNone/>
            </a:pPr>
            <a:r>
              <a:rPr i="1" lang="en-US" sz="2100">
                <a:solidFill>
                  <a:srgbClr val="E8F3DB"/>
                </a:solidFill>
                <a:latin typeface="Arial"/>
                <a:ea typeface="Arial"/>
                <a:cs typeface="Arial"/>
                <a:sym typeface="Arial"/>
              </a:rPr>
              <a:t>Jenny Reid, MA – CIDP Indication Lead, US Marketing</a:t>
            </a:r>
            <a:endParaRPr/>
          </a:p>
          <a:p>
            <a:pPr indent="0" lvl="0" marL="0" marR="0" rtl="0" algn="l">
              <a:lnSpc>
                <a:spcPct val="90000"/>
              </a:lnSpc>
              <a:spcBef>
                <a:spcPts val="1000"/>
              </a:spcBef>
              <a:spcAft>
                <a:spcPts val="0"/>
              </a:spcAft>
              <a:buClr>
                <a:schemeClr val="accent1"/>
              </a:buClr>
              <a:buSzPts val="2100"/>
              <a:buFont typeface="Arial"/>
              <a:buNone/>
            </a:pPr>
            <a:r>
              <a:rPr i="1" lang="en-US" sz="2100">
                <a:solidFill>
                  <a:srgbClr val="E8F3DB"/>
                </a:solidFill>
                <a:latin typeface="Arial"/>
                <a:ea typeface="Arial"/>
                <a:cs typeface="Arial"/>
                <a:sym typeface="Arial"/>
              </a:rPr>
              <a:t>Katerina Anokhina, MD, MFPM – Director, Global CIDP Medical Affairs &amp; </a:t>
            </a:r>
            <a:br>
              <a:rPr i="1" lang="en-US" sz="2100">
                <a:solidFill>
                  <a:srgbClr val="E8F3DB"/>
                </a:solidFill>
                <a:latin typeface="Arial"/>
                <a:ea typeface="Arial"/>
                <a:cs typeface="Arial"/>
                <a:sym typeface="Arial"/>
              </a:rPr>
            </a:br>
            <a:r>
              <a:rPr i="1" lang="en-US" sz="2100">
                <a:solidFill>
                  <a:srgbClr val="E8F3DB"/>
                </a:solidFill>
                <a:latin typeface="Arial"/>
                <a:ea typeface="Arial"/>
                <a:cs typeface="Arial"/>
                <a:sym typeface="Arial"/>
              </a:rPr>
              <a:t>Evidence Generation</a:t>
            </a:r>
            <a:endParaRPr/>
          </a:p>
          <a:p>
            <a:pPr indent="0" lvl="0" marL="0" marR="0" rtl="0" algn="l">
              <a:lnSpc>
                <a:spcPct val="90000"/>
              </a:lnSpc>
              <a:spcBef>
                <a:spcPts val="1000"/>
              </a:spcBef>
              <a:spcAft>
                <a:spcPts val="0"/>
              </a:spcAft>
              <a:buClr>
                <a:schemeClr val="accent1"/>
              </a:buClr>
              <a:buSzPts val="2100"/>
              <a:buFont typeface="Arial"/>
              <a:buNone/>
            </a:pPr>
            <a:r>
              <a:rPr i="1" lang="en-US" sz="2100">
                <a:solidFill>
                  <a:srgbClr val="E8F3DB"/>
                </a:solidFill>
                <a:latin typeface="Arial"/>
                <a:ea typeface="Arial"/>
                <a:cs typeface="Arial"/>
                <a:sym typeface="Arial"/>
              </a:rPr>
              <a:t>Nadia Zaveri, PharmD – Director, US CIDP Medical Affairs and Evidence Generation  </a:t>
            </a:r>
            <a:endParaRPr/>
          </a:p>
          <a:p>
            <a:pPr indent="0" lvl="0" marL="0" marR="0" rtl="0" algn="l">
              <a:lnSpc>
                <a:spcPct val="90000"/>
              </a:lnSpc>
              <a:spcBef>
                <a:spcPts val="1000"/>
              </a:spcBef>
              <a:spcAft>
                <a:spcPts val="0"/>
              </a:spcAft>
              <a:buClr>
                <a:schemeClr val="accent1"/>
              </a:buClr>
              <a:buSzPts val="2000"/>
              <a:buFont typeface="Arial"/>
              <a:buNone/>
            </a:pPr>
            <a:r>
              <a:t/>
            </a:r>
            <a:endParaRPr i="1" sz="2000">
              <a:solidFill>
                <a:srgbClr val="E8F3DB"/>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
          <p:cNvSpPr/>
          <p:nvPr/>
        </p:nvSpPr>
        <p:spPr>
          <a:xfrm>
            <a:off x="0" y="1460500"/>
            <a:ext cx="6629400" cy="4546600"/>
          </a:xfrm>
          <a:prstGeom prst="homePlate">
            <a:avLst>
              <a:gd fmla="val 23464" name="adj"/>
            </a:avLst>
          </a:prstGeom>
          <a:solidFill>
            <a:srgbClr val="E8F3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5" name="Google Shape;275;p2"/>
          <p:cNvSpPr txBox="1"/>
          <p:nvPr>
            <p:ph type="title"/>
          </p:nvPr>
        </p:nvSpPr>
        <p:spPr>
          <a:xfrm>
            <a:off x="265176" y="357806"/>
            <a:ext cx="11660124" cy="100584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3200"/>
              <a:buFont typeface="Arial"/>
              <a:buNone/>
            </a:pPr>
            <a:r>
              <a:rPr lang="en-US"/>
              <a:t>Grip Strength</a:t>
            </a:r>
            <a:endParaRPr/>
          </a:p>
        </p:txBody>
      </p:sp>
      <p:sp>
        <p:nvSpPr>
          <p:cNvPr id="276" name="Google Shape;276;p2"/>
          <p:cNvSpPr txBox="1"/>
          <p:nvPr>
            <p:ph idx="1" type="body"/>
          </p:nvPr>
        </p:nvSpPr>
        <p:spPr>
          <a:xfrm>
            <a:off x="787400" y="1874838"/>
            <a:ext cx="4649724" cy="37179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b="1" lang="en-US" sz="1800">
                <a:solidFill>
                  <a:srgbClr val="000000"/>
                </a:solidFill>
              </a:rPr>
              <a:t>BACKGROUND:</a:t>
            </a:r>
            <a:endParaRPr/>
          </a:p>
          <a:p>
            <a:pPr indent="-228600" lvl="0" marL="228600" rtl="0" algn="l">
              <a:lnSpc>
                <a:spcPct val="100000"/>
              </a:lnSpc>
              <a:spcBef>
                <a:spcPts val="600"/>
              </a:spcBef>
              <a:spcAft>
                <a:spcPts val="0"/>
              </a:spcAft>
              <a:buSzPts val="1200"/>
              <a:buFont typeface="Montserrat"/>
              <a:buChar char="●"/>
            </a:pPr>
            <a:r>
              <a:rPr lang="en-US" sz="1800"/>
              <a:t>A majority of neurologists indicate that they assess grip strength (GS) in their evaluation of patients, but </a:t>
            </a:r>
            <a:r>
              <a:rPr lang="en-US" sz="1800">
                <a:solidFill>
                  <a:srgbClr val="000000"/>
                </a:solidFill>
              </a:rPr>
              <a:t>limited data around grip strength and its correlation to improvement in CIDP patients exist</a:t>
            </a:r>
            <a:endParaRPr sz="1800">
              <a:solidFill>
                <a:srgbClr val="000000"/>
              </a:solidFill>
            </a:endParaRPr>
          </a:p>
          <a:p>
            <a:pPr indent="-228600" lvl="0" marL="228600" rtl="0" algn="l">
              <a:lnSpc>
                <a:spcPct val="100000"/>
              </a:lnSpc>
              <a:spcBef>
                <a:spcPts val="1200"/>
              </a:spcBef>
              <a:spcAft>
                <a:spcPts val="0"/>
              </a:spcAft>
              <a:buSzPts val="1200"/>
              <a:buFont typeface="Montserrat"/>
              <a:buChar char="●"/>
            </a:pPr>
            <a:r>
              <a:rPr lang="en-US" sz="1800">
                <a:solidFill>
                  <a:srgbClr val="000000"/>
                </a:solidFill>
              </a:rPr>
              <a:t>Monitoring disease progression in CIDP is challenging; scales used in clinical trials are infrequently used in practice and are viewed as too subjective, potentially causing delay in recognition of </a:t>
            </a:r>
            <a:br>
              <a:rPr lang="en-US" sz="1800">
                <a:solidFill>
                  <a:srgbClr val="000000"/>
                </a:solidFill>
              </a:rPr>
            </a:br>
            <a:r>
              <a:rPr lang="en-US" sz="1800">
                <a:solidFill>
                  <a:srgbClr val="000000"/>
                </a:solidFill>
              </a:rPr>
              <a:t>worsening​ of CIDP</a:t>
            </a:r>
            <a:endParaRPr/>
          </a:p>
          <a:p>
            <a:pPr indent="0" lvl="0" marL="0" rtl="0" algn="l">
              <a:lnSpc>
                <a:spcPct val="100000"/>
              </a:lnSpc>
              <a:spcBef>
                <a:spcPts val="0"/>
              </a:spcBef>
              <a:spcAft>
                <a:spcPts val="0"/>
              </a:spcAft>
              <a:buSzPts val="1200"/>
              <a:buFont typeface="Montserrat"/>
              <a:buNone/>
            </a:pPr>
            <a:r>
              <a:t/>
            </a:r>
            <a:endParaRPr sz="1800">
              <a:solidFill>
                <a:srgbClr val="000000"/>
              </a:solidFill>
            </a:endParaRPr>
          </a:p>
        </p:txBody>
      </p:sp>
      <p:sp>
        <p:nvSpPr>
          <p:cNvPr id="277" name="Google Shape;277;p2"/>
          <p:cNvSpPr txBox="1"/>
          <p:nvPr/>
        </p:nvSpPr>
        <p:spPr>
          <a:xfrm>
            <a:off x="6883400" y="1468438"/>
            <a:ext cx="4737100" cy="4721086"/>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110000"/>
              </a:lnSpc>
              <a:spcBef>
                <a:spcPts val="0"/>
              </a:spcBef>
              <a:spcAft>
                <a:spcPts val="0"/>
              </a:spcAft>
              <a:buClr>
                <a:schemeClr val="accent1"/>
              </a:buClr>
              <a:buSzPts val="1200"/>
              <a:buFont typeface="Arial"/>
              <a:buNone/>
            </a:pPr>
            <a:r>
              <a:rPr b="1" lang="en-US" sz="1800">
                <a:solidFill>
                  <a:srgbClr val="000000"/>
                </a:solidFill>
                <a:latin typeface="Arial"/>
                <a:ea typeface="Arial"/>
                <a:cs typeface="Arial"/>
                <a:sym typeface="Arial"/>
              </a:rPr>
              <a:t>RESEARCH FINDINGS:</a:t>
            </a:r>
            <a:endParaRPr sz="1800">
              <a:solidFill>
                <a:srgbClr val="000000"/>
              </a:solidFill>
              <a:latin typeface="Arial"/>
              <a:ea typeface="Arial"/>
              <a:cs typeface="Arial"/>
              <a:sym typeface="Arial"/>
            </a:endParaRPr>
          </a:p>
          <a:p>
            <a:pPr indent="-228600" lvl="0" marL="228600" marR="0" rtl="0" algn="l">
              <a:lnSpc>
                <a:spcPct val="100000"/>
              </a:lnSpc>
              <a:spcBef>
                <a:spcPts val="600"/>
              </a:spcBef>
              <a:spcAft>
                <a:spcPts val="0"/>
              </a:spcAft>
              <a:buClr>
                <a:schemeClr val="accent1"/>
              </a:buClr>
              <a:buSzPts val="1200"/>
              <a:buFont typeface="Montserrat"/>
              <a:buChar char="●"/>
            </a:pPr>
            <a:r>
              <a:rPr lang="en-US" sz="1800">
                <a:solidFill>
                  <a:srgbClr val="000000"/>
                </a:solidFill>
                <a:latin typeface="Arial"/>
                <a:ea typeface="Arial"/>
                <a:cs typeface="Arial"/>
                <a:sym typeface="Arial"/>
              </a:rPr>
              <a:t>GS is a familiar and objective tool used to assess disease activity in patients with CIDP based on internal market research conducted ​</a:t>
            </a:r>
            <a:endParaRPr/>
          </a:p>
          <a:p>
            <a:pPr indent="-279400" lvl="1" marL="508000" marR="0" rtl="0" algn="l">
              <a:lnSpc>
                <a:spcPct val="100000"/>
              </a:lnSpc>
              <a:spcBef>
                <a:spcPts val="600"/>
              </a:spcBef>
              <a:spcAft>
                <a:spcPts val="0"/>
              </a:spcAft>
              <a:buClr>
                <a:schemeClr val="accent1"/>
              </a:buClr>
              <a:buSzPts val="1200"/>
              <a:buFont typeface="Montserrat"/>
              <a:buChar char="●"/>
            </a:pPr>
            <a:r>
              <a:rPr b="0" i="0" lang="en-US" sz="1800" u="none" cap="none" strike="noStrike">
                <a:solidFill>
                  <a:srgbClr val="000000"/>
                </a:solidFill>
                <a:latin typeface="Arial"/>
                <a:ea typeface="Arial"/>
                <a:cs typeface="Arial"/>
                <a:sym typeface="Arial"/>
              </a:rPr>
              <a:t>~87% of HCPs use GS a majority of the time in most of their patients​</a:t>
            </a:r>
            <a:endParaRPr/>
          </a:p>
          <a:p>
            <a:pPr indent="-279400" lvl="1" marL="508000" marR="0" rtl="0" algn="l">
              <a:lnSpc>
                <a:spcPct val="100000"/>
              </a:lnSpc>
              <a:spcBef>
                <a:spcPts val="600"/>
              </a:spcBef>
              <a:spcAft>
                <a:spcPts val="0"/>
              </a:spcAft>
              <a:buClr>
                <a:schemeClr val="accent1"/>
              </a:buClr>
              <a:buSzPts val="1200"/>
              <a:buFont typeface="Montserrat"/>
              <a:buChar char="●"/>
            </a:pPr>
            <a:r>
              <a:rPr b="0" i="0" lang="en-US" sz="1800" u="none" cap="none" strike="noStrike">
                <a:solidFill>
                  <a:srgbClr val="000000"/>
                </a:solidFill>
                <a:latin typeface="Arial"/>
                <a:ea typeface="Arial"/>
                <a:cs typeface="Arial"/>
                <a:sym typeface="Arial"/>
              </a:rPr>
              <a:t>~40%-50% of HCPs use GS for all patients​</a:t>
            </a:r>
            <a:endParaRPr/>
          </a:p>
          <a:p>
            <a:pPr indent="-279400" lvl="1" marL="508000" marR="0" rtl="0" algn="l">
              <a:lnSpc>
                <a:spcPct val="100000"/>
              </a:lnSpc>
              <a:spcBef>
                <a:spcPts val="600"/>
              </a:spcBef>
              <a:spcAft>
                <a:spcPts val="0"/>
              </a:spcAft>
              <a:buClr>
                <a:schemeClr val="accent1"/>
              </a:buClr>
              <a:buSzPts val="1200"/>
              <a:buFont typeface="Montserrat"/>
              <a:buChar char="●"/>
            </a:pPr>
            <a:r>
              <a:rPr b="0" i="0" lang="en-US" sz="1800" u="none" cap="none" strike="noStrike">
                <a:solidFill>
                  <a:srgbClr val="000000"/>
                </a:solidFill>
                <a:latin typeface="Arial"/>
                <a:ea typeface="Arial"/>
                <a:cs typeface="Arial"/>
                <a:sym typeface="Arial"/>
              </a:rPr>
              <a:t>HCPs relate to improvement in GS and see it as supportive of sustained improvement in their patients with CIDP</a:t>
            </a:r>
            <a:endParaRPr b="0" i="0" sz="1800" u="none" cap="none" strike="noStrike">
              <a:solidFill>
                <a:srgbClr val="000000"/>
              </a:solidFill>
              <a:latin typeface="Arial"/>
              <a:ea typeface="Arial"/>
              <a:cs typeface="Arial"/>
              <a:sym typeface="Arial"/>
            </a:endParaRPr>
          </a:p>
          <a:p>
            <a:pPr indent="-228600" lvl="0" marL="228600" marR="0" rtl="0" algn="l">
              <a:lnSpc>
                <a:spcPct val="100000"/>
              </a:lnSpc>
              <a:spcBef>
                <a:spcPts val="1200"/>
              </a:spcBef>
              <a:spcAft>
                <a:spcPts val="0"/>
              </a:spcAft>
              <a:buClr>
                <a:schemeClr val="accent1"/>
              </a:buClr>
              <a:buSzPts val="1200"/>
              <a:buFont typeface="Montserrat"/>
              <a:buChar char="●"/>
            </a:pPr>
            <a:r>
              <a:rPr lang="en-US" sz="1800">
                <a:solidFill>
                  <a:srgbClr val="000000"/>
                </a:solidFill>
                <a:latin typeface="Arial"/>
                <a:ea typeface="Arial"/>
                <a:cs typeface="Arial"/>
                <a:sym typeface="Arial"/>
              </a:rPr>
              <a:t>HCPs found the sustained GS improvement demonstrated in ADHERE to be differentiating and impactful </a:t>
            </a:r>
            <a:endParaRPr/>
          </a:p>
          <a:p>
            <a:pPr indent="-76200" lvl="0" marL="228600" marR="0" rtl="0" algn="l">
              <a:lnSpc>
                <a:spcPct val="90000"/>
              </a:lnSpc>
              <a:spcBef>
                <a:spcPts val="2200"/>
              </a:spcBef>
              <a:spcAft>
                <a:spcPts val="0"/>
              </a:spcAft>
              <a:buClr>
                <a:schemeClr val="accent1"/>
              </a:buClr>
              <a:buSzPts val="2400"/>
              <a:buFont typeface="Arial"/>
              <a:buNone/>
            </a:pPr>
            <a:r>
              <a:t/>
            </a:r>
            <a:endParaRPr sz="2400">
              <a:solidFill>
                <a:schemeClr val="dk1"/>
              </a:solidFill>
              <a:latin typeface="Arial"/>
              <a:ea typeface="Arial"/>
              <a:cs typeface="Arial"/>
              <a:sym typeface="Arial"/>
            </a:endParaRPr>
          </a:p>
        </p:txBody>
      </p:sp>
      <p:sp>
        <p:nvSpPr>
          <p:cNvPr id="278" name="Google Shape;278;p2"/>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9" name="Google Shape;279;p2"/>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CIDP, chronic inflammatory demyelinating polyradiculoneuropathy; GS, grip strength; HCP, health care provider.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
          <p:cNvSpPr txBox="1"/>
          <p:nvPr>
            <p:ph type="title"/>
          </p:nvPr>
        </p:nvSpPr>
        <p:spPr>
          <a:xfrm>
            <a:off x="265176" y="357806"/>
            <a:ext cx="11660124" cy="100584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3200"/>
              <a:buFont typeface="Arial"/>
              <a:buNone/>
            </a:pPr>
            <a:r>
              <a:rPr lang="en-US"/>
              <a:t>Normal Grip Strength Based on </a:t>
            </a:r>
            <a:r>
              <a:rPr lang="en-US" u="sng">
                <a:solidFill>
                  <a:schemeClr val="hlink"/>
                </a:solidFill>
                <a:hlinkClick r:id="rId3"/>
              </a:rPr>
              <a:t>Merkies 2000</a:t>
            </a:r>
            <a:endParaRPr/>
          </a:p>
        </p:txBody>
      </p:sp>
      <p:sp>
        <p:nvSpPr>
          <p:cNvPr id="285" name="Google Shape;285;p3"/>
          <p:cNvSpPr txBox="1"/>
          <p:nvPr/>
        </p:nvSpPr>
        <p:spPr>
          <a:xfrm>
            <a:off x="7981950" y="-2373085"/>
            <a:ext cx="3943350" cy="92333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CREATIVE: </a:t>
            </a:r>
            <a:r>
              <a:rPr lang="en-US" sz="1800">
                <a:solidFill>
                  <a:schemeClr val="dk1"/>
                </a:solidFill>
                <a:latin typeface="Arial"/>
                <a:ea typeface="Arial"/>
                <a:cs typeface="Arial"/>
                <a:sym typeface="Arial"/>
              </a:rPr>
              <a:t>Please format this slide to match the template and rekey this table. </a:t>
            </a:r>
            <a:r>
              <a:rPr lang="en-US" sz="1800">
                <a:solidFill>
                  <a:srgbClr val="FF0000"/>
                </a:solidFill>
                <a:latin typeface="Arial"/>
                <a:ea typeface="Arial"/>
                <a:cs typeface="Arial"/>
                <a:sym typeface="Arial"/>
              </a:rPr>
              <a:t>DONE</a:t>
            </a:r>
            <a:endParaRPr/>
          </a:p>
        </p:txBody>
      </p:sp>
      <p:sp>
        <p:nvSpPr>
          <p:cNvPr id="286" name="Google Shape;286;p3"/>
          <p:cNvSpPr txBox="1"/>
          <p:nvPr/>
        </p:nvSpPr>
        <p:spPr>
          <a:xfrm>
            <a:off x="257543" y="6352144"/>
            <a:ext cx="6410325" cy="338554"/>
          </a:xfrm>
          <a:prstGeom prst="rect">
            <a:avLst/>
          </a:prstGeom>
          <a:noFill/>
          <a:ln>
            <a:noFill/>
          </a:ln>
        </p:spPr>
        <p:txBody>
          <a:bodyPr anchorCtr="0" anchor="b" bIns="45700" lIns="91425" spcFirstLastPara="1" rIns="91425" wrap="square" tIns="45700">
            <a:sp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GS, grip strength.</a:t>
            </a:r>
            <a:endParaRPr/>
          </a:p>
          <a:p>
            <a:pPr indent="0" lvl="0" marL="0" marR="0" rtl="0" algn="l">
              <a:spcBef>
                <a:spcPts val="0"/>
              </a:spcBef>
              <a:spcAft>
                <a:spcPts val="0"/>
              </a:spcAft>
              <a:buNone/>
            </a:pPr>
            <a:r>
              <a:rPr lang="en-US" sz="800">
                <a:solidFill>
                  <a:schemeClr val="dk1"/>
                </a:solidFill>
                <a:latin typeface="Arial"/>
                <a:ea typeface="Arial"/>
                <a:cs typeface="Arial"/>
                <a:sym typeface="Arial"/>
              </a:rPr>
              <a:t>Merkies IS, et al. </a:t>
            </a:r>
            <a:r>
              <a:rPr i="1" lang="en-US" sz="800">
                <a:solidFill>
                  <a:schemeClr val="dk1"/>
                </a:solidFill>
                <a:latin typeface="Arial"/>
                <a:ea typeface="Arial"/>
                <a:cs typeface="Arial"/>
                <a:sym typeface="Arial"/>
              </a:rPr>
              <a:t>Muscle Nerve.</a:t>
            </a:r>
            <a:r>
              <a:rPr lang="en-US" sz="800">
                <a:solidFill>
                  <a:schemeClr val="dk1"/>
                </a:solidFill>
                <a:latin typeface="Arial"/>
                <a:ea typeface="Arial"/>
                <a:cs typeface="Arial"/>
                <a:sym typeface="Arial"/>
              </a:rPr>
              <a:t> 2000;23(9):1393-1401.</a:t>
            </a:r>
            <a:endParaRPr/>
          </a:p>
        </p:txBody>
      </p:sp>
      <p:graphicFrame>
        <p:nvGraphicFramePr>
          <p:cNvPr id="287" name="Google Shape;287;p3"/>
          <p:cNvGraphicFramePr/>
          <p:nvPr/>
        </p:nvGraphicFramePr>
        <p:xfrm>
          <a:off x="257543" y="1489173"/>
          <a:ext cx="3000000" cy="3000000"/>
        </p:xfrm>
        <a:graphic>
          <a:graphicData uri="http://schemas.openxmlformats.org/drawingml/2006/table">
            <a:tbl>
              <a:tblPr>
                <a:noFill/>
                <a:tableStyleId>{ECB4CF92-2935-480C-A46C-4E5A207A8724}</a:tableStyleId>
              </a:tblPr>
              <a:tblGrid>
                <a:gridCol w="2271400"/>
                <a:gridCol w="2271400"/>
                <a:gridCol w="2271400"/>
                <a:gridCol w="2271400"/>
                <a:gridCol w="2271400"/>
              </a:tblGrid>
              <a:tr h="265275">
                <a:tc>
                  <a:txBody>
                    <a:bodyPr/>
                    <a:lstStyle/>
                    <a:p>
                      <a:pPr indent="0" lvl="0" marL="0" marR="0" rtl="0" algn="l">
                        <a:lnSpc>
                          <a:spcPct val="100000"/>
                        </a:lnSpc>
                        <a:spcBef>
                          <a:spcPts val="0"/>
                        </a:spcBef>
                        <a:spcAft>
                          <a:spcPts val="0"/>
                        </a:spcAft>
                        <a:buClr>
                          <a:schemeClr val="dk1"/>
                        </a:buClr>
                        <a:buSzPts val="1600"/>
                        <a:buFont typeface="Arial"/>
                        <a:buNone/>
                      </a:pPr>
                      <a:r>
                        <a:t/>
                      </a:r>
                      <a:endParaRPr b="0" sz="1600" u="none" cap="none" strike="noStrike">
                        <a:solidFill>
                          <a:schemeClr val="dk1"/>
                        </a:solidFill>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D3E7BA"/>
                    </a:solidFill>
                  </a:tcPr>
                </a:tc>
                <a:tc gridSpan="2">
                  <a:txBody>
                    <a:bodyPr/>
                    <a:lstStyle/>
                    <a:p>
                      <a:pPr indent="0" lvl="0" marL="0" marR="0" rtl="0" algn="ctr">
                        <a:spcBef>
                          <a:spcPts val="0"/>
                        </a:spcBef>
                        <a:spcAft>
                          <a:spcPts val="0"/>
                        </a:spcAft>
                        <a:buClr>
                          <a:schemeClr val="dk1"/>
                        </a:buClr>
                        <a:buSzPts val="1600"/>
                        <a:buFont typeface="Arial"/>
                        <a:buNone/>
                      </a:pPr>
                      <a:r>
                        <a:rPr b="1" lang="en-US" sz="1600" u="none" cap="none" strike="noStrike">
                          <a:solidFill>
                            <a:schemeClr val="dk1"/>
                          </a:solidFill>
                        </a:rPr>
                        <a:t>Males</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D3E7BA"/>
                    </a:solidFill>
                  </a:tcPr>
                </a:tc>
                <a:tc hMerge="1"/>
                <a:tc gridSpan="2">
                  <a:txBody>
                    <a:bodyPr/>
                    <a:lstStyle/>
                    <a:p>
                      <a:pPr indent="0" lvl="0" marL="0" marR="0" rtl="0" algn="ctr">
                        <a:spcBef>
                          <a:spcPts val="0"/>
                        </a:spcBef>
                        <a:spcAft>
                          <a:spcPts val="0"/>
                        </a:spcAft>
                        <a:buClr>
                          <a:schemeClr val="dk1"/>
                        </a:buClr>
                        <a:buSzPts val="1600"/>
                        <a:buFont typeface="Arial"/>
                        <a:buNone/>
                      </a:pPr>
                      <a:r>
                        <a:rPr b="1" lang="en-US" sz="1600" u="none" cap="none" strike="noStrike">
                          <a:solidFill>
                            <a:schemeClr val="dk1"/>
                          </a:solidFill>
                        </a:rPr>
                        <a:t>Females</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D3E7BA"/>
                    </a:solidFill>
                  </a:tcPr>
                </a:tc>
                <a:tc hMerge="1"/>
              </a:tr>
              <a:tr h="48330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Age (y)</a:t>
                      </a:r>
                      <a:endParaRPr/>
                    </a:p>
                  </a:txBody>
                  <a:tcPr marT="0" marB="0" marR="50800" marL="274325"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0.05</a:t>
                      </a:r>
                      <a:br>
                        <a:rPr lang="en-US" sz="1400" u="none" cap="none" strike="noStrike">
                          <a:solidFill>
                            <a:schemeClr val="dk1"/>
                          </a:solidFill>
                        </a:rPr>
                      </a:br>
                      <a:r>
                        <a:rPr lang="en-US" sz="1400" u="none" cap="none" strike="noStrike">
                          <a:solidFill>
                            <a:schemeClr val="dk1"/>
                          </a:solidFill>
                        </a:rPr>
                        <a:t>Quantile values </a:t>
                      </a:r>
                      <a:br>
                        <a:rPr lang="en-US" sz="1400" u="none" cap="none" strike="noStrike">
                          <a:solidFill>
                            <a:schemeClr val="dk1"/>
                          </a:solidFill>
                        </a:rPr>
                      </a:br>
                      <a:r>
                        <a:rPr lang="en-US" sz="1400" u="none" cap="none" strike="noStrike">
                          <a:solidFill>
                            <a:schemeClr val="dk1"/>
                          </a:solidFill>
                        </a:rPr>
                        <a:t>per age span</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Median values per age span</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rPr>
                        <a:t>0.05</a:t>
                      </a:r>
                      <a:br>
                        <a:rPr lang="en-US" sz="1400" u="none" cap="none" strike="noStrike">
                          <a:solidFill>
                            <a:schemeClr val="dk1"/>
                          </a:solidFill>
                        </a:rPr>
                      </a:br>
                      <a:r>
                        <a:rPr lang="en-US" sz="1400" u="none" cap="none" strike="noStrike">
                          <a:solidFill>
                            <a:schemeClr val="dk1"/>
                          </a:solidFill>
                        </a:rPr>
                        <a:t>Quantile values </a:t>
                      </a:r>
                      <a:br>
                        <a:rPr lang="en-US" sz="1400" u="none" cap="none" strike="noStrike">
                          <a:solidFill>
                            <a:schemeClr val="dk1"/>
                          </a:solidFill>
                        </a:rPr>
                      </a:br>
                      <a:r>
                        <a:rPr lang="en-US" sz="1400" u="none" cap="none" strike="noStrike">
                          <a:solidFill>
                            <a:schemeClr val="dk1"/>
                          </a:solidFill>
                        </a:rPr>
                        <a:t>per age span</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Arial"/>
                        <a:buNone/>
                      </a:pPr>
                      <a:r>
                        <a:rPr lang="en-US" sz="1400" u="none" cap="none" strike="noStrike">
                          <a:solidFill>
                            <a:schemeClr val="dk1"/>
                          </a:solidFill>
                        </a:rPr>
                        <a:t>Median values </a:t>
                      </a:r>
                      <a:br>
                        <a:rPr lang="en-US" sz="1400" u="none" cap="none" strike="noStrike">
                          <a:solidFill>
                            <a:schemeClr val="dk1"/>
                          </a:solidFill>
                        </a:rPr>
                      </a:br>
                      <a:r>
                        <a:rPr lang="en-US" sz="1400" u="none" cap="none" strike="noStrike">
                          <a:solidFill>
                            <a:schemeClr val="dk1"/>
                          </a:solidFill>
                        </a:rPr>
                        <a:t>per age span</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38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10-14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59</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15-19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122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90</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20-24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89</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146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25-29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154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30-34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110</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153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35-39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148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109</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40-44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141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45-49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134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50-54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126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55-59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116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67</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60-64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106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65-69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97</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70-74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66</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91</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67</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75-79</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57</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82</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48</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80-84</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50</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75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43</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59</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221650">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≥85</a:t>
                      </a:r>
                      <a:endParaRPr/>
                    </a:p>
                  </a:txBody>
                  <a:tcPr marT="0" marB="0" marR="0" marL="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37</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64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35</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lang="en-US" sz="1400" u="none" cap="none" strike="noStrike">
                          <a:solidFill>
                            <a:schemeClr val="dk1"/>
                          </a:solidFill>
                        </a:rPr>
                        <a:t>54</a:t>
                      </a:r>
                      <a:endParaRPr/>
                    </a:p>
                  </a:txBody>
                  <a:tcPr marT="0" marB="0" marR="50800" marL="7620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bl>
          </a:graphicData>
        </a:graphic>
      </p:graphicFrame>
      <p:sp>
        <p:nvSpPr>
          <p:cNvPr id="288" name="Google Shape;288;p3"/>
          <p:cNvSpPr txBox="1"/>
          <p:nvPr/>
        </p:nvSpPr>
        <p:spPr>
          <a:xfrm>
            <a:off x="263525" y="1066800"/>
            <a:ext cx="10405783" cy="2462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accent1"/>
              </a:buClr>
              <a:buSzPts val="1400"/>
              <a:buFont typeface="Arial"/>
              <a:buNone/>
            </a:pPr>
            <a:r>
              <a:rPr b="1" lang="en-US" sz="1400">
                <a:solidFill>
                  <a:schemeClr val="dk1"/>
                </a:solidFill>
                <a:latin typeface="Arial"/>
                <a:ea typeface="Arial"/>
                <a:cs typeface="Arial"/>
                <a:sym typeface="Arial"/>
              </a:rPr>
              <a:t>Table 2.  </a:t>
            </a:r>
            <a:r>
              <a:rPr lang="en-US" sz="1400">
                <a:solidFill>
                  <a:schemeClr val="dk1"/>
                </a:solidFill>
                <a:latin typeface="Arial"/>
                <a:ea typeface="Arial"/>
                <a:cs typeface="Arial"/>
                <a:sym typeface="Arial"/>
              </a:rPr>
              <a:t>Normal Values for Quantities GS Assessment With the Vigorimeter for Both Hands in Healthy Subjects (kPa)</a:t>
            </a:r>
            <a:endParaRPr sz="1400">
              <a:solidFill>
                <a:schemeClr val="dk1"/>
              </a:solidFill>
              <a:latin typeface="Arial"/>
              <a:ea typeface="Arial"/>
              <a:cs typeface="Arial"/>
              <a:sym typeface="Arial"/>
            </a:endParaRPr>
          </a:p>
        </p:txBody>
      </p:sp>
      <p:sp>
        <p:nvSpPr>
          <p:cNvPr id="289" name="Google Shape;289;p3"/>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
          <p:cNvSpPr/>
          <p:nvPr/>
        </p:nvSpPr>
        <p:spPr>
          <a:xfrm>
            <a:off x="4087541" y="1853496"/>
            <a:ext cx="3917894" cy="376836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aphicFrame>
        <p:nvGraphicFramePr>
          <p:cNvPr id="296" name="Google Shape;296;p4"/>
          <p:cNvGraphicFramePr/>
          <p:nvPr/>
        </p:nvGraphicFramePr>
        <p:xfrm>
          <a:off x="-45358" y="1687160"/>
          <a:ext cx="8655928" cy="4738028"/>
        </p:xfrm>
        <a:graphic>
          <a:graphicData uri="http://schemas.openxmlformats.org/drawingml/2006/chart">
            <c:chart r:id="rId3"/>
          </a:graphicData>
        </a:graphic>
      </p:graphicFrame>
      <p:sp>
        <p:nvSpPr>
          <p:cNvPr id="297" name="Google Shape;297;p4"/>
          <p:cNvSpPr txBox="1"/>
          <p:nvPr/>
        </p:nvSpPr>
        <p:spPr>
          <a:xfrm>
            <a:off x="263524" y="1474098"/>
            <a:ext cx="9458762" cy="2959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Grip Strength (Dominant Hand) in Adults Using the Martin Vigorimeter</a:t>
            </a:r>
            <a:r>
              <a:rPr b="1" baseline="30000" lang="en-US" sz="1600">
                <a:solidFill>
                  <a:schemeClr val="dk1"/>
                </a:solidFill>
                <a:latin typeface="Arial"/>
                <a:ea typeface="Arial"/>
                <a:cs typeface="Arial"/>
                <a:sym typeface="Arial"/>
              </a:rPr>
              <a:t>1,a</a:t>
            </a:r>
            <a:endParaRPr b="1" sz="1600">
              <a:solidFill>
                <a:schemeClr val="dk1"/>
              </a:solidFill>
              <a:latin typeface="Arial"/>
              <a:ea typeface="Arial"/>
              <a:cs typeface="Arial"/>
              <a:sym typeface="Arial"/>
            </a:endParaRPr>
          </a:p>
        </p:txBody>
      </p:sp>
      <p:sp>
        <p:nvSpPr>
          <p:cNvPr id="298" name="Google Shape;298;p4"/>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accent5"/>
              </a:buClr>
              <a:buSzPts val="3200"/>
              <a:buFont typeface="Arial"/>
              <a:buNone/>
            </a:pPr>
            <a:r>
              <a:rPr lang="en-US"/>
              <a:t>Grip Strength Is Higher in Males, but Decreases With </a:t>
            </a:r>
            <a:br>
              <a:rPr lang="en-US"/>
            </a:br>
            <a:r>
              <a:rPr lang="en-US"/>
              <a:t>Age in Both Sexes</a:t>
            </a:r>
            <a:r>
              <a:rPr baseline="30000" lang="en-US"/>
              <a:t>1</a:t>
            </a:r>
            <a:endParaRPr/>
          </a:p>
        </p:txBody>
      </p:sp>
      <p:sp>
        <p:nvSpPr>
          <p:cNvPr id="299" name="Google Shape;299;p4"/>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00" name="Google Shape;300;p4"/>
          <p:cNvSpPr txBox="1"/>
          <p:nvPr/>
        </p:nvSpPr>
        <p:spPr>
          <a:xfrm>
            <a:off x="587375" y="927470"/>
            <a:ext cx="11017251" cy="332399"/>
          </a:xfrm>
          <a:prstGeom prst="rect">
            <a:avLst/>
          </a:prstGeom>
          <a:noFill/>
          <a:ln>
            <a:noFill/>
          </a:ln>
        </p:spPr>
        <p:txBody>
          <a:bodyPr anchorCtr="0" anchor="t" bIns="0" lIns="0" spcFirstLastPara="1" rIns="0" wrap="square" tIns="0">
            <a:normAutofit/>
          </a:bodyPr>
          <a:lstStyle/>
          <a:p>
            <a:pPr indent="-49212" lvl="0" marL="138113" marR="0" rtl="0" algn="l">
              <a:lnSpc>
                <a:spcPct val="100000"/>
              </a:lnSpc>
              <a:spcBef>
                <a:spcPts val="0"/>
              </a:spcBef>
              <a:spcAft>
                <a:spcPts val="0"/>
              </a:spcAft>
              <a:buClr>
                <a:schemeClr val="dk2"/>
              </a:buClr>
              <a:buSzPts val="1400"/>
              <a:buFont typeface="Arial"/>
              <a:buNone/>
            </a:pPr>
            <a:r>
              <a:t/>
            </a:r>
            <a:endParaRPr sz="1400">
              <a:solidFill>
                <a:schemeClr val="dk2"/>
              </a:solidFill>
              <a:latin typeface="Arial"/>
              <a:ea typeface="Arial"/>
              <a:cs typeface="Arial"/>
              <a:sym typeface="Arial"/>
            </a:endParaRPr>
          </a:p>
        </p:txBody>
      </p:sp>
      <p:sp>
        <p:nvSpPr>
          <p:cNvPr id="301" name="Google Shape;301;p4"/>
          <p:cNvSpPr txBox="1"/>
          <p:nvPr/>
        </p:nvSpPr>
        <p:spPr>
          <a:xfrm>
            <a:off x="587375" y="2041157"/>
            <a:ext cx="5313695" cy="4030035"/>
          </a:xfrm>
          <a:prstGeom prst="rect">
            <a:avLst/>
          </a:prstGeom>
          <a:noFill/>
          <a:ln>
            <a:noFill/>
          </a:ln>
        </p:spPr>
        <p:txBody>
          <a:bodyPr anchorCtr="0" anchor="t" bIns="0" lIns="0" spcFirstLastPara="1" rIns="0" wrap="square" tIns="0">
            <a:normAutofit/>
          </a:bodyPr>
          <a:lstStyle/>
          <a:p>
            <a:pPr indent="-36512" lvl="0" marL="138113" marR="0" rtl="0" algn="l">
              <a:lnSpc>
                <a:spcPct val="100000"/>
              </a:lnSpc>
              <a:spcBef>
                <a:spcPts val="0"/>
              </a:spcBef>
              <a:spcAft>
                <a:spcPts val="0"/>
              </a:spcAft>
              <a:buClr>
                <a:schemeClr val="dk2"/>
              </a:buClr>
              <a:buSzPts val="1600"/>
              <a:buFont typeface="Arial"/>
              <a:buNone/>
            </a:pPr>
            <a:r>
              <a:t/>
            </a:r>
            <a:endParaRPr b="1" sz="1600">
              <a:solidFill>
                <a:schemeClr val="dk2"/>
              </a:solidFill>
              <a:latin typeface="Arial"/>
              <a:ea typeface="Arial"/>
              <a:cs typeface="Arial"/>
              <a:sym typeface="Arial"/>
            </a:endParaRPr>
          </a:p>
        </p:txBody>
      </p:sp>
      <p:sp>
        <p:nvSpPr>
          <p:cNvPr id="302" name="Google Shape;302;p4"/>
          <p:cNvSpPr txBox="1"/>
          <p:nvPr/>
        </p:nvSpPr>
        <p:spPr>
          <a:xfrm>
            <a:off x="5335931" y="2110858"/>
            <a:ext cx="266950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Typical age of individuals with CIDP at diagnosis</a:t>
            </a:r>
            <a:r>
              <a:rPr baseline="30000" lang="en-US" sz="1600">
                <a:solidFill>
                  <a:schemeClr val="dk1"/>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303" name="Google Shape;303;p4"/>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CIDP, chronic inflammatory demyelinating polyradiculoneuropathy.</a:t>
            </a:r>
            <a:endParaRPr sz="800">
              <a:solidFill>
                <a:schemeClr val="dk1"/>
              </a:solidFill>
              <a:latin typeface="Arial"/>
              <a:ea typeface="Arial"/>
              <a:cs typeface="Arial"/>
              <a:sym typeface="Arial"/>
            </a:endParaRPr>
          </a:p>
          <a:p>
            <a:pPr indent="0" lvl="0" marL="0" marR="0" rtl="0" algn="l">
              <a:lnSpc>
                <a:spcPct val="106000"/>
              </a:lnSpc>
              <a:spcBef>
                <a:spcPts val="0"/>
              </a:spcBef>
              <a:spcAft>
                <a:spcPts val="0"/>
              </a:spcAft>
              <a:buNone/>
            </a:pPr>
            <a:r>
              <a:rPr baseline="30000" lang="en-US" sz="800">
                <a:solidFill>
                  <a:schemeClr val="dk1"/>
                </a:solidFill>
                <a:latin typeface="Arial"/>
                <a:ea typeface="Arial"/>
                <a:cs typeface="Arial"/>
                <a:sym typeface="Arial"/>
              </a:rPr>
              <a:t>a</a:t>
            </a:r>
            <a:r>
              <a:rPr lang="en-US" sz="800">
                <a:solidFill>
                  <a:schemeClr val="dk1"/>
                </a:solidFill>
                <a:latin typeface="Arial"/>
                <a:ea typeface="Arial"/>
                <a:cs typeface="Arial"/>
                <a:sym typeface="Arial"/>
              </a:rPr>
              <a:t>Measurements were recorded in kp/cm</a:t>
            </a:r>
            <a:r>
              <a:rPr baseline="30000" lang="en-US" sz="800">
                <a:solidFill>
                  <a:schemeClr val="dk1"/>
                </a:solidFill>
                <a:latin typeface="Arial"/>
                <a:ea typeface="Arial"/>
                <a:cs typeface="Arial"/>
                <a:sym typeface="Arial"/>
              </a:rPr>
              <a:t>2</a:t>
            </a:r>
            <a:r>
              <a:rPr lang="en-US" sz="800">
                <a:solidFill>
                  <a:schemeClr val="dk1"/>
                </a:solidFill>
                <a:latin typeface="Arial"/>
                <a:ea typeface="Arial"/>
                <a:cs typeface="Arial"/>
                <a:sym typeface="Arial"/>
              </a:rPr>
              <a:t>, where 1 kp/cm</a:t>
            </a:r>
            <a:r>
              <a:rPr baseline="30000" lang="en-US" sz="800">
                <a:solidFill>
                  <a:schemeClr val="dk1"/>
                </a:solidFill>
                <a:latin typeface="Arial"/>
                <a:ea typeface="Arial"/>
                <a:cs typeface="Arial"/>
                <a:sym typeface="Arial"/>
              </a:rPr>
              <a:t>2 </a:t>
            </a:r>
            <a:r>
              <a:rPr lang="en-US" sz="800">
                <a:solidFill>
                  <a:schemeClr val="dk1"/>
                </a:solidFill>
                <a:latin typeface="Arial"/>
                <a:ea typeface="Arial"/>
                <a:cs typeface="Arial"/>
                <a:sym typeface="Arial"/>
              </a:rPr>
              <a:t>= 98.1 kPa. Data were converted and plotted in kPa.</a:t>
            </a:r>
            <a:r>
              <a:rPr baseline="30000" lang="en-US" sz="800">
                <a:solidFill>
                  <a:schemeClr val="dk1"/>
                </a:solidFill>
                <a:latin typeface="Arial"/>
                <a:ea typeface="Arial"/>
                <a:cs typeface="Arial"/>
                <a:sym typeface="Arial"/>
              </a:rPr>
              <a:t>1</a:t>
            </a:r>
            <a:endParaRPr/>
          </a:p>
          <a:p>
            <a:pPr indent="0" lvl="0" marL="0" marR="0" rtl="0" algn="l">
              <a:lnSpc>
                <a:spcPct val="106000"/>
              </a:lnSpc>
              <a:spcBef>
                <a:spcPts val="0"/>
              </a:spcBef>
              <a:spcAft>
                <a:spcPts val="0"/>
              </a:spcAft>
              <a:buNone/>
            </a:pPr>
            <a:r>
              <a:rPr b="1" lang="en-US" sz="800">
                <a:solidFill>
                  <a:schemeClr val="dk1"/>
                </a:solidFill>
                <a:latin typeface="Arial"/>
                <a:ea typeface="Arial"/>
                <a:cs typeface="Arial"/>
                <a:sym typeface="Arial"/>
              </a:rPr>
              <a:t>1.</a:t>
            </a:r>
            <a:r>
              <a:rPr lang="en-US" sz="800">
                <a:solidFill>
                  <a:schemeClr val="dk1"/>
                </a:solidFill>
                <a:latin typeface="Arial"/>
                <a:ea typeface="Arial"/>
                <a:cs typeface="Arial"/>
                <a:sym typeface="Arial"/>
              </a:rPr>
              <a:t> Thorngren KG, Werner CO. </a:t>
            </a:r>
            <a:r>
              <a:rPr i="1" lang="en-US" sz="800">
                <a:solidFill>
                  <a:schemeClr val="dk1"/>
                </a:solidFill>
                <a:latin typeface="Arial"/>
                <a:ea typeface="Arial"/>
                <a:cs typeface="Arial"/>
                <a:sym typeface="Arial"/>
              </a:rPr>
              <a:t>Acta Orthop Scand. </a:t>
            </a:r>
            <a:r>
              <a:rPr lang="en-US" sz="800">
                <a:solidFill>
                  <a:schemeClr val="dk1"/>
                </a:solidFill>
                <a:latin typeface="Arial"/>
                <a:ea typeface="Arial"/>
                <a:cs typeface="Arial"/>
                <a:sym typeface="Arial"/>
              </a:rPr>
              <a:t>1979;50(3):255-259. </a:t>
            </a:r>
            <a:r>
              <a:rPr b="1" lang="en-US" sz="800">
                <a:solidFill>
                  <a:schemeClr val="dk1"/>
                </a:solidFill>
                <a:latin typeface="Arial"/>
                <a:ea typeface="Arial"/>
                <a:cs typeface="Arial"/>
                <a:sym typeface="Arial"/>
              </a:rPr>
              <a:t>2.</a:t>
            </a:r>
            <a:r>
              <a:rPr lang="en-US" sz="800">
                <a:solidFill>
                  <a:schemeClr val="dk1"/>
                </a:solidFill>
                <a:latin typeface="Arial"/>
                <a:ea typeface="Arial"/>
                <a:cs typeface="Arial"/>
                <a:sym typeface="Arial"/>
              </a:rPr>
              <a:t> Van den Bergh PYK, et al. </a:t>
            </a:r>
            <a:r>
              <a:rPr i="1" lang="en-US" sz="800">
                <a:solidFill>
                  <a:schemeClr val="dk1"/>
                </a:solidFill>
                <a:latin typeface="Arial"/>
                <a:ea typeface="Arial"/>
                <a:cs typeface="Arial"/>
                <a:sym typeface="Arial"/>
              </a:rPr>
              <a:t>Eur J Neurol</a:t>
            </a:r>
            <a:r>
              <a:rPr lang="en-US" sz="800">
                <a:solidFill>
                  <a:schemeClr val="dk1"/>
                </a:solidFill>
                <a:latin typeface="Arial"/>
                <a:ea typeface="Arial"/>
                <a:cs typeface="Arial"/>
                <a:sym typeface="Arial"/>
              </a:rPr>
              <a:t>. 2021;28(11):3556-3583.</a:t>
            </a:r>
            <a:endParaRPr sz="800">
              <a:solidFill>
                <a:schemeClr val="dk1"/>
              </a:solidFill>
              <a:latin typeface="Arial"/>
              <a:ea typeface="Arial"/>
              <a:cs typeface="Arial"/>
              <a:sym typeface="Arial"/>
            </a:endParaRPr>
          </a:p>
        </p:txBody>
      </p:sp>
      <p:grpSp>
        <p:nvGrpSpPr>
          <p:cNvPr id="304" name="Google Shape;304;p4"/>
          <p:cNvGrpSpPr/>
          <p:nvPr/>
        </p:nvGrpSpPr>
        <p:grpSpPr>
          <a:xfrm>
            <a:off x="9614819" y="1705789"/>
            <a:ext cx="1823041" cy="1823041"/>
            <a:chOff x="7604218" y="1450699"/>
            <a:chExt cx="2297594" cy="2297594"/>
          </a:xfrm>
        </p:grpSpPr>
        <p:grpSp>
          <p:nvGrpSpPr>
            <p:cNvPr id="305" name="Google Shape;305;p4"/>
            <p:cNvGrpSpPr/>
            <p:nvPr/>
          </p:nvGrpSpPr>
          <p:grpSpPr>
            <a:xfrm>
              <a:off x="7604218" y="1450699"/>
              <a:ext cx="2297594" cy="2297594"/>
              <a:chOff x="2223490" y="1103833"/>
              <a:chExt cx="5154715" cy="5154715"/>
            </a:xfrm>
          </p:grpSpPr>
          <p:sp>
            <p:nvSpPr>
              <p:cNvPr id="306" name="Google Shape;306;p4"/>
              <p:cNvSpPr/>
              <p:nvPr/>
            </p:nvSpPr>
            <p:spPr>
              <a:xfrm>
                <a:off x="2223490" y="1103833"/>
                <a:ext cx="5154715" cy="5154715"/>
              </a:xfrm>
              <a:prstGeom prst="ellipse">
                <a:avLst/>
              </a:prstGeom>
              <a:gradFill>
                <a:gsLst>
                  <a:gs pos="0">
                    <a:srgbClr val="FFFFFF">
                      <a:alpha val="20000"/>
                    </a:srgbClr>
                  </a:gs>
                  <a:gs pos="44000">
                    <a:srgbClr val="FFFFFF">
                      <a:alpha val="20000"/>
                    </a:srgbClr>
                  </a:gs>
                  <a:gs pos="83000">
                    <a:srgbClr val="D2E7B8"/>
                  </a:gs>
                  <a:gs pos="100000">
                    <a:srgbClr val="D2E7B8"/>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307" name="Google Shape;307;p4"/>
              <p:cNvSpPr/>
              <p:nvPr/>
            </p:nvSpPr>
            <p:spPr>
              <a:xfrm>
                <a:off x="2621299" y="1503744"/>
                <a:ext cx="4363235" cy="4363234"/>
              </a:xfrm>
              <a:prstGeom prst="ellipse">
                <a:avLst/>
              </a:prstGeom>
              <a:solidFill>
                <a:srgbClr val="BCDB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grpSp>
        <p:sp>
          <p:nvSpPr>
            <p:cNvPr id="308" name="Google Shape;308;p4"/>
            <p:cNvSpPr/>
            <p:nvPr/>
          </p:nvSpPr>
          <p:spPr>
            <a:xfrm>
              <a:off x="7884335" y="1740109"/>
              <a:ext cx="1741608" cy="1741608"/>
            </a:xfrm>
            <a:prstGeom prst="ellipse">
              <a:avLst/>
            </a:prstGeom>
            <a:solidFill>
              <a:srgbClr val="FFFFFF"/>
            </a:solidFill>
            <a:ln cap="flat" cmpd="sng" w="76200">
              <a:solidFill>
                <a:srgbClr val="91C3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grpSp>
      <p:sp>
        <p:nvSpPr>
          <p:cNvPr id="309" name="Google Shape;309;p4"/>
          <p:cNvSpPr/>
          <p:nvPr/>
        </p:nvSpPr>
        <p:spPr>
          <a:xfrm>
            <a:off x="9143147" y="2812212"/>
            <a:ext cx="2782153" cy="2421913"/>
          </a:xfrm>
          <a:prstGeom prst="roundRect">
            <a:avLst>
              <a:gd fmla="val 5805" name="adj"/>
            </a:avLst>
          </a:prstGeom>
          <a:solidFill>
            <a:srgbClr val="E8F3DB"/>
          </a:solidFill>
          <a:ln>
            <a:noFill/>
          </a:ln>
        </p:spPr>
        <p:txBody>
          <a:bodyPr anchorCtr="0" anchor="b" bIns="216000" lIns="91425" spcFirstLastPara="1" rIns="91425" wrap="square" tIns="45700">
            <a:noAutofit/>
          </a:bodyPr>
          <a:lstStyle/>
          <a:p>
            <a:pPr indent="0" lvl="0" marL="822939" marR="0" rtl="0" algn="l">
              <a:spcBef>
                <a:spcPts val="0"/>
              </a:spcBef>
              <a:spcAft>
                <a:spcPts val="0"/>
              </a:spcAft>
              <a:buNone/>
            </a:pPr>
            <a:r>
              <a:t/>
            </a:r>
            <a:endParaRPr b="1" baseline="30000" sz="1400">
              <a:solidFill>
                <a:schemeClr val="lt1"/>
              </a:solidFill>
              <a:latin typeface="Arial"/>
              <a:ea typeface="Arial"/>
              <a:cs typeface="Arial"/>
              <a:sym typeface="Arial"/>
            </a:endParaRPr>
          </a:p>
        </p:txBody>
      </p:sp>
      <p:sp>
        <p:nvSpPr>
          <p:cNvPr id="310" name="Google Shape;310;p4"/>
          <p:cNvSpPr txBox="1"/>
          <p:nvPr/>
        </p:nvSpPr>
        <p:spPr>
          <a:xfrm>
            <a:off x="9188125" y="3218624"/>
            <a:ext cx="2741680" cy="15696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accent5"/>
                </a:solidFill>
                <a:latin typeface="Arial"/>
                <a:ea typeface="Arial"/>
                <a:cs typeface="Arial"/>
                <a:sym typeface="Arial"/>
              </a:rPr>
              <a:t>These reference values may serve as a guide for interpreting grip strength measurements in individuals with disability due to disease</a:t>
            </a:r>
            <a:r>
              <a:rPr b="1" baseline="30000" lang="en-US" sz="1600">
                <a:solidFill>
                  <a:schemeClr val="accent5"/>
                </a:solidFill>
                <a:latin typeface="Arial"/>
                <a:ea typeface="Arial"/>
                <a:cs typeface="Arial"/>
                <a:sym typeface="Arial"/>
              </a:rPr>
              <a:t>1</a:t>
            </a:r>
            <a:endParaRPr b="1" sz="1600">
              <a:solidFill>
                <a:schemeClr val="accent5"/>
              </a:solidFill>
              <a:latin typeface="Arial"/>
              <a:ea typeface="Arial"/>
              <a:cs typeface="Arial"/>
              <a:sym typeface="Arial"/>
            </a:endParaRPr>
          </a:p>
        </p:txBody>
      </p:sp>
      <p:pic>
        <p:nvPicPr>
          <p:cNvPr descr="Lights On outline" id="311" name="Google Shape;311;p4"/>
          <p:cNvPicPr preferRelativeResize="0"/>
          <p:nvPr/>
        </p:nvPicPr>
        <p:blipFill rotWithShape="1">
          <a:blip r:embed="rId4">
            <a:alphaModFix/>
          </a:blip>
          <a:srcRect b="0" l="0" r="0" t="0"/>
          <a:stretch/>
        </p:blipFill>
        <p:spPr>
          <a:xfrm>
            <a:off x="10112674" y="2019983"/>
            <a:ext cx="805852" cy="8058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
          <p:cNvSpPr/>
          <p:nvPr/>
        </p:nvSpPr>
        <p:spPr>
          <a:xfrm rot="5400000">
            <a:off x="5879961" y="2184534"/>
            <a:ext cx="270919" cy="233551"/>
          </a:xfrm>
          <a:prstGeom prst="triangle">
            <a:avLst>
              <a:gd fmla="val 50000" name="adj"/>
            </a:avLst>
          </a:prstGeom>
          <a:gradFill>
            <a:gsLst>
              <a:gs pos="0">
                <a:srgbClr val="F9FCF6"/>
              </a:gs>
              <a:gs pos="100000">
                <a:srgbClr val="F3F8ED"/>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graphicFrame>
        <p:nvGraphicFramePr>
          <p:cNvPr id="318" name="Google Shape;318;p5"/>
          <p:cNvGraphicFramePr/>
          <p:nvPr/>
        </p:nvGraphicFramePr>
        <p:xfrm>
          <a:off x="342900" y="1937147"/>
          <a:ext cx="8253984" cy="4252753"/>
        </p:xfrm>
        <a:graphic>
          <a:graphicData uri="http://schemas.openxmlformats.org/drawingml/2006/chart">
            <c:chart r:id="rId3"/>
          </a:graphicData>
        </a:graphic>
      </p:graphicFrame>
      <p:sp>
        <p:nvSpPr>
          <p:cNvPr id="319" name="Google Shape;319;p5"/>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5"/>
              </a:buClr>
              <a:buSzPts val="3200"/>
              <a:buFont typeface="Arial"/>
              <a:buNone/>
            </a:pPr>
            <a:r>
              <a:rPr lang="en-US"/>
              <a:t>Grip Strength Is Higher in Males, but Decreases With </a:t>
            </a:r>
            <a:br>
              <a:rPr lang="en-US"/>
            </a:br>
            <a:r>
              <a:rPr lang="en-US"/>
              <a:t>Age in Both Sexes</a:t>
            </a:r>
            <a:r>
              <a:rPr baseline="30000" lang="en-US"/>
              <a:t>1</a:t>
            </a:r>
            <a:endParaRPr/>
          </a:p>
        </p:txBody>
      </p:sp>
      <p:sp>
        <p:nvSpPr>
          <p:cNvPr id="320" name="Google Shape;320;p5"/>
          <p:cNvSpPr txBox="1"/>
          <p:nvPr/>
        </p:nvSpPr>
        <p:spPr>
          <a:xfrm>
            <a:off x="587375" y="927470"/>
            <a:ext cx="11017251" cy="332399"/>
          </a:xfrm>
          <a:prstGeom prst="rect">
            <a:avLst/>
          </a:prstGeom>
          <a:noFill/>
          <a:ln>
            <a:noFill/>
          </a:ln>
        </p:spPr>
        <p:txBody>
          <a:bodyPr anchorCtr="0" anchor="t" bIns="0" lIns="0" spcFirstLastPara="1" rIns="0" wrap="square" tIns="0">
            <a:normAutofit/>
          </a:bodyPr>
          <a:lstStyle/>
          <a:p>
            <a:pPr indent="-49212" lvl="0" marL="138113" marR="0" rtl="0" algn="l">
              <a:lnSpc>
                <a:spcPct val="100000"/>
              </a:lnSpc>
              <a:spcBef>
                <a:spcPts val="0"/>
              </a:spcBef>
              <a:spcAft>
                <a:spcPts val="0"/>
              </a:spcAft>
              <a:buClr>
                <a:schemeClr val="dk2"/>
              </a:buClr>
              <a:buSzPts val="1400"/>
              <a:buFont typeface="Arial"/>
              <a:buNone/>
            </a:pPr>
            <a:r>
              <a:t/>
            </a:r>
            <a:endParaRPr sz="1400">
              <a:solidFill>
                <a:schemeClr val="dk2"/>
              </a:solidFill>
              <a:latin typeface="Arial"/>
              <a:ea typeface="Arial"/>
              <a:cs typeface="Arial"/>
              <a:sym typeface="Arial"/>
            </a:endParaRPr>
          </a:p>
        </p:txBody>
      </p:sp>
      <p:sp>
        <p:nvSpPr>
          <p:cNvPr id="321" name="Google Shape;321;p5"/>
          <p:cNvSpPr txBox="1"/>
          <p:nvPr/>
        </p:nvSpPr>
        <p:spPr>
          <a:xfrm>
            <a:off x="587375" y="2041157"/>
            <a:ext cx="5313695" cy="4030035"/>
          </a:xfrm>
          <a:prstGeom prst="rect">
            <a:avLst/>
          </a:prstGeom>
          <a:noFill/>
          <a:ln>
            <a:noFill/>
          </a:ln>
        </p:spPr>
        <p:txBody>
          <a:bodyPr anchorCtr="0" anchor="t" bIns="0" lIns="0" spcFirstLastPara="1" rIns="0" wrap="square" tIns="0">
            <a:normAutofit/>
          </a:bodyPr>
          <a:lstStyle/>
          <a:p>
            <a:pPr indent="-36512" lvl="0" marL="138113" marR="0" rtl="0" algn="l">
              <a:lnSpc>
                <a:spcPct val="100000"/>
              </a:lnSpc>
              <a:spcBef>
                <a:spcPts val="0"/>
              </a:spcBef>
              <a:spcAft>
                <a:spcPts val="0"/>
              </a:spcAft>
              <a:buClr>
                <a:schemeClr val="dk2"/>
              </a:buClr>
              <a:buSzPts val="1600"/>
              <a:buFont typeface="Arial"/>
              <a:buNone/>
            </a:pPr>
            <a:r>
              <a:t/>
            </a:r>
            <a:endParaRPr b="1" sz="1600">
              <a:solidFill>
                <a:schemeClr val="dk2"/>
              </a:solidFill>
              <a:latin typeface="Arial"/>
              <a:ea typeface="Arial"/>
              <a:cs typeface="Arial"/>
              <a:sym typeface="Arial"/>
            </a:endParaRPr>
          </a:p>
        </p:txBody>
      </p:sp>
      <p:sp>
        <p:nvSpPr>
          <p:cNvPr id="322" name="Google Shape;322;p5"/>
          <p:cNvSpPr txBox="1"/>
          <p:nvPr/>
        </p:nvSpPr>
        <p:spPr>
          <a:xfrm>
            <a:off x="694567" y="1495132"/>
            <a:ext cx="7467920" cy="420653"/>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600"/>
              <a:buFont typeface="Arial"/>
              <a:buNone/>
            </a:pPr>
            <a:r>
              <a:rPr b="1" lang="en-US" sz="1600">
                <a:solidFill>
                  <a:schemeClr val="dk1"/>
                </a:solidFill>
                <a:latin typeface="Arial"/>
                <a:ea typeface="Arial"/>
                <a:cs typeface="Arial"/>
                <a:sym typeface="Arial"/>
              </a:rPr>
              <a:t>Grip Strength (Dominant Hand) in US Adults </a:t>
            </a:r>
            <a:br>
              <a:rPr b="1" lang="en-US" sz="1600">
                <a:solidFill>
                  <a:schemeClr val="dk1"/>
                </a:solidFill>
                <a:latin typeface="Arial"/>
                <a:ea typeface="Arial"/>
                <a:cs typeface="Arial"/>
                <a:sym typeface="Arial"/>
              </a:rPr>
            </a:br>
            <a:r>
              <a:rPr b="1" lang="en-US" sz="1600">
                <a:solidFill>
                  <a:schemeClr val="dk1"/>
                </a:solidFill>
                <a:latin typeface="Arial"/>
                <a:ea typeface="Arial"/>
                <a:cs typeface="Arial"/>
                <a:sym typeface="Arial"/>
              </a:rPr>
              <a:t>Using the Jamar Dynamometer</a:t>
            </a:r>
            <a:r>
              <a:rPr b="1" baseline="30000" lang="en-US" sz="1600">
                <a:solidFill>
                  <a:schemeClr val="dk1"/>
                </a:solidFill>
                <a:latin typeface="Arial"/>
                <a:ea typeface="Arial"/>
                <a:cs typeface="Arial"/>
                <a:sym typeface="Arial"/>
              </a:rPr>
              <a:t>1,a</a:t>
            </a:r>
            <a:endParaRPr b="1" sz="1600">
              <a:solidFill>
                <a:schemeClr val="dk1"/>
              </a:solidFill>
              <a:latin typeface="Arial"/>
              <a:ea typeface="Arial"/>
              <a:cs typeface="Arial"/>
              <a:sym typeface="Arial"/>
            </a:endParaRPr>
          </a:p>
          <a:p>
            <a:pPr indent="-36512" lvl="0" marL="138113" marR="0" rtl="0" algn="ctr">
              <a:lnSpc>
                <a:spcPct val="100000"/>
              </a:lnSpc>
              <a:spcBef>
                <a:spcPts val="600"/>
              </a:spcBef>
              <a:spcAft>
                <a:spcPts val="0"/>
              </a:spcAft>
              <a:buClr>
                <a:schemeClr val="dk2"/>
              </a:buClr>
              <a:buSzPts val="1600"/>
              <a:buFont typeface="Arial"/>
              <a:buNone/>
            </a:pPr>
            <a:r>
              <a:t/>
            </a:r>
            <a:endParaRPr b="1" sz="1600">
              <a:solidFill>
                <a:schemeClr val="dk1"/>
              </a:solidFill>
              <a:latin typeface="Arial"/>
              <a:ea typeface="Arial"/>
              <a:cs typeface="Arial"/>
              <a:sym typeface="Arial"/>
            </a:endParaRPr>
          </a:p>
        </p:txBody>
      </p:sp>
      <p:sp>
        <p:nvSpPr>
          <p:cNvPr id="323" name="Google Shape;323;p5"/>
          <p:cNvSpPr txBox="1"/>
          <p:nvPr/>
        </p:nvSpPr>
        <p:spPr>
          <a:xfrm>
            <a:off x="6129769" y="2175501"/>
            <a:ext cx="246711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Typical age of individuals with CIDP at diagnosis</a:t>
            </a:r>
            <a:r>
              <a:rPr baseline="30000" lang="en-US" sz="1600">
                <a:solidFill>
                  <a:schemeClr val="dk1"/>
                </a:solidFill>
                <a:latin typeface="Arial"/>
                <a:ea typeface="Arial"/>
                <a:cs typeface="Arial"/>
                <a:sym typeface="Arial"/>
              </a:rPr>
              <a:t>2</a:t>
            </a:r>
            <a:endParaRPr sz="1600">
              <a:solidFill>
                <a:schemeClr val="dk1"/>
              </a:solidFill>
              <a:latin typeface="Arial"/>
              <a:ea typeface="Arial"/>
              <a:cs typeface="Arial"/>
              <a:sym typeface="Arial"/>
            </a:endParaRPr>
          </a:p>
        </p:txBody>
      </p:sp>
      <p:sp>
        <p:nvSpPr>
          <p:cNvPr id="324" name="Google Shape;324;p5"/>
          <p:cNvSpPr txBox="1"/>
          <p:nvPr/>
        </p:nvSpPr>
        <p:spPr>
          <a:xfrm>
            <a:off x="342900" y="6266361"/>
            <a:ext cx="11017251" cy="324939"/>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CIDP, chronic inflammatory demyelinating polyradiculoneuropathy.</a:t>
            </a:r>
            <a:endParaRPr/>
          </a:p>
          <a:p>
            <a:pPr indent="0" lvl="0" marL="0" marR="0" rtl="0" algn="l">
              <a:lnSpc>
                <a:spcPct val="106000"/>
              </a:lnSpc>
              <a:spcBef>
                <a:spcPts val="0"/>
              </a:spcBef>
              <a:spcAft>
                <a:spcPts val="0"/>
              </a:spcAft>
              <a:buNone/>
            </a:pPr>
            <a:r>
              <a:rPr baseline="30000" lang="en-US" sz="800">
                <a:solidFill>
                  <a:schemeClr val="dk1"/>
                </a:solidFill>
                <a:latin typeface="Arial"/>
                <a:ea typeface="Arial"/>
                <a:cs typeface="Arial"/>
                <a:sym typeface="Arial"/>
              </a:rPr>
              <a:t>a</a:t>
            </a:r>
            <a:r>
              <a:rPr lang="en-US" sz="800">
                <a:solidFill>
                  <a:schemeClr val="dk1"/>
                </a:solidFill>
                <a:latin typeface="Arial"/>
                <a:ea typeface="Arial"/>
                <a:cs typeface="Arial"/>
                <a:sym typeface="Arial"/>
              </a:rPr>
              <a:t>The Jamar Dynamometer quantifies force in pounds (0-200) or kilograms (0-90).</a:t>
            </a:r>
            <a:r>
              <a:rPr baseline="30000" lang="en-US" sz="800">
                <a:solidFill>
                  <a:schemeClr val="dk1"/>
                </a:solidFill>
                <a:latin typeface="Arial"/>
                <a:ea typeface="Arial"/>
                <a:cs typeface="Arial"/>
                <a:sym typeface="Arial"/>
              </a:rPr>
              <a:t>1</a:t>
            </a:r>
            <a:endParaRPr sz="800">
              <a:solidFill>
                <a:schemeClr val="dk1"/>
              </a:solidFill>
              <a:latin typeface="Arial"/>
              <a:ea typeface="Arial"/>
              <a:cs typeface="Arial"/>
              <a:sym typeface="Arial"/>
            </a:endParaRPr>
          </a:p>
          <a:p>
            <a:pPr indent="0" lvl="0" marL="0" marR="0" rtl="0" algn="l">
              <a:lnSpc>
                <a:spcPct val="106000"/>
              </a:lnSpc>
              <a:spcBef>
                <a:spcPts val="0"/>
              </a:spcBef>
              <a:spcAft>
                <a:spcPts val="0"/>
              </a:spcAft>
              <a:buNone/>
            </a:pPr>
            <a:r>
              <a:rPr b="1" lang="en-US" sz="800">
                <a:solidFill>
                  <a:schemeClr val="dk1"/>
                </a:solidFill>
                <a:latin typeface="Arial"/>
                <a:ea typeface="Arial"/>
                <a:cs typeface="Arial"/>
                <a:sym typeface="Arial"/>
              </a:rPr>
              <a:t>1.</a:t>
            </a:r>
            <a:r>
              <a:rPr lang="en-US" sz="800">
                <a:solidFill>
                  <a:schemeClr val="dk1"/>
                </a:solidFill>
                <a:latin typeface="Arial"/>
                <a:ea typeface="Arial"/>
                <a:cs typeface="Arial"/>
                <a:sym typeface="Arial"/>
              </a:rPr>
              <a:t> Wang YC, et al. </a:t>
            </a:r>
            <a:r>
              <a:rPr i="1" lang="en-US" sz="800">
                <a:solidFill>
                  <a:schemeClr val="dk1"/>
                </a:solidFill>
                <a:latin typeface="Arial"/>
                <a:ea typeface="Arial"/>
                <a:cs typeface="Arial"/>
                <a:sym typeface="Arial"/>
              </a:rPr>
              <a:t>J Orthop Sports Phys Ther. </a:t>
            </a:r>
            <a:r>
              <a:rPr lang="en-US" sz="800">
                <a:solidFill>
                  <a:schemeClr val="dk1"/>
                </a:solidFill>
                <a:latin typeface="Arial"/>
                <a:ea typeface="Arial"/>
                <a:cs typeface="Arial"/>
                <a:sym typeface="Arial"/>
              </a:rPr>
              <a:t>2018;48(9):685-693. </a:t>
            </a:r>
            <a:r>
              <a:rPr b="1" lang="en-US" sz="800">
                <a:solidFill>
                  <a:schemeClr val="dk1"/>
                </a:solidFill>
                <a:latin typeface="Arial"/>
                <a:ea typeface="Arial"/>
                <a:cs typeface="Arial"/>
                <a:sym typeface="Arial"/>
              </a:rPr>
              <a:t>2.</a:t>
            </a:r>
            <a:r>
              <a:rPr lang="en-US" sz="800">
                <a:solidFill>
                  <a:schemeClr val="dk1"/>
                </a:solidFill>
                <a:latin typeface="Arial"/>
                <a:ea typeface="Arial"/>
                <a:cs typeface="Arial"/>
                <a:sym typeface="Arial"/>
              </a:rPr>
              <a:t> Van den Bergh PYK, et al. </a:t>
            </a:r>
            <a:r>
              <a:rPr i="1" lang="en-US" sz="800">
                <a:solidFill>
                  <a:schemeClr val="dk1"/>
                </a:solidFill>
                <a:latin typeface="Arial"/>
                <a:ea typeface="Arial"/>
                <a:cs typeface="Arial"/>
                <a:sym typeface="Arial"/>
              </a:rPr>
              <a:t>Eur J Neurol</a:t>
            </a:r>
            <a:r>
              <a:rPr lang="en-US" sz="800">
                <a:solidFill>
                  <a:schemeClr val="dk1"/>
                </a:solidFill>
                <a:latin typeface="Arial"/>
                <a:ea typeface="Arial"/>
                <a:cs typeface="Arial"/>
                <a:sym typeface="Arial"/>
              </a:rPr>
              <a:t>. 2021;28(11):3556-3583.</a:t>
            </a:r>
            <a:endParaRPr sz="800">
              <a:solidFill>
                <a:schemeClr val="dk1"/>
              </a:solidFill>
              <a:latin typeface="Arial"/>
              <a:ea typeface="Arial"/>
              <a:cs typeface="Arial"/>
              <a:sym typeface="Arial"/>
            </a:endParaRPr>
          </a:p>
        </p:txBody>
      </p:sp>
      <p:grpSp>
        <p:nvGrpSpPr>
          <p:cNvPr id="325" name="Google Shape;325;p5"/>
          <p:cNvGrpSpPr/>
          <p:nvPr/>
        </p:nvGrpSpPr>
        <p:grpSpPr>
          <a:xfrm>
            <a:off x="9614819" y="1705789"/>
            <a:ext cx="1823041" cy="1823041"/>
            <a:chOff x="7604218" y="1450699"/>
            <a:chExt cx="2297594" cy="2297594"/>
          </a:xfrm>
        </p:grpSpPr>
        <p:grpSp>
          <p:nvGrpSpPr>
            <p:cNvPr id="326" name="Google Shape;326;p5"/>
            <p:cNvGrpSpPr/>
            <p:nvPr/>
          </p:nvGrpSpPr>
          <p:grpSpPr>
            <a:xfrm>
              <a:off x="7604218" y="1450699"/>
              <a:ext cx="2297594" cy="2297594"/>
              <a:chOff x="2223490" y="1103833"/>
              <a:chExt cx="5154715" cy="5154715"/>
            </a:xfrm>
          </p:grpSpPr>
          <p:sp>
            <p:nvSpPr>
              <p:cNvPr id="327" name="Google Shape;327;p5"/>
              <p:cNvSpPr/>
              <p:nvPr/>
            </p:nvSpPr>
            <p:spPr>
              <a:xfrm>
                <a:off x="2223490" y="1103833"/>
                <a:ext cx="5154715" cy="5154715"/>
              </a:xfrm>
              <a:prstGeom prst="ellipse">
                <a:avLst/>
              </a:prstGeom>
              <a:gradFill>
                <a:gsLst>
                  <a:gs pos="0">
                    <a:srgbClr val="FFFFFF">
                      <a:alpha val="20000"/>
                    </a:srgbClr>
                  </a:gs>
                  <a:gs pos="44000">
                    <a:srgbClr val="FFFFFF">
                      <a:alpha val="20000"/>
                    </a:srgbClr>
                  </a:gs>
                  <a:gs pos="83000">
                    <a:srgbClr val="D2E7B8"/>
                  </a:gs>
                  <a:gs pos="100000">
                    <a:srgbClr val="D2E7B8"/>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sp>
            <p:nvSpPr>
              <p:cNvPr id="328" name="Google Shape;328;p5"/>
              <p:cNvSpPr/>
              <p:nvPr/>
            </p:nvSpPr>
            <p:spPr>
              <a:xfrm>
                <a:off x="2621299" y="1503744"/>
                <a:ext cx="4363235" cy="4363234"/>
              </a:xfrm>
              <a:prstGeom prst="ellipse">
                <a:avLst/>
              </a:prstGeom>
              <a:solidFill>
                <a:srgbClr val="BCDB9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grpSp>
        <p:sp>
          <p:nvSpPr>
            <p:cNvPr id="329" name="Google Shape;329;p5"/>
            <p:cNvSpPr/>
            <p:nvPr/>
          </p:nvSpPr>
          <p:spPr>
            <a:xfrm>
              <a:off x="7884335" y="1740109"/>
              <a:ext cx="1741608" cy="1741608"/>
            </a:xfrm>
            <a:prstGeom prst="ellipse">
              <a:avLst/>
            </a:prstGeom>
            <a:solidFill>
              <a:srgbClr val="FFFFFF"/>
            </a:solidFill>
            <a:ln cap="flat" cmpd="sng" w="76200">
              <a:solidFill>
                <a:srgbClr val="91C3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Fira Sans"/>
                <a:ea typeface="Fira Sans"/>
                <a:cs typeface="Fira Sans"/>
                <a:sym typeface="Fira Sans"/>
              </a:endParaRPr>
            </a:p>
          </p:txBody>
        </p:sp>
      </p:grpSp>
      <p:sp>
        <p:nvSpPr>
          <p:cNvPr id="330" name="Google Shape;330;p5"/>
          <p:cNvSpPr/>
          <p:nvPr/>
        </p:nvSpPr>
        <p:spPr>
          <a:xfrm>
            <a:off x="9143147" y="2812212"/>
            <a:ext cx="2782153" cy="2421913"/>
          </a:xfrm>
          <a:prstGeom prst="roundRect">
            <a:avLst>
              <a:gd fmla="val 5805" name="adj"/>
            </a:avLst>
          </a:prstGeom>
          <a:solidFill>
            <a:srgbClr val="E8F3DB"/>
          </a:solidFill>
          <a:ln>
            <a:noFill/>
          </a:ln>
        </p:spPr>
        <p:txBody>
          <a:bodyPr anchorCtr="0" anchor="b" bIns="216000" lIns="91425" spcFirstLastPara="1" rIns="91425" wrap="square" tIns="45700">
            <a:noAutofit/>
          </a:bodyPr>
          <a:lstStyle/>
          <a:p>
            <a:pPr indent="0" lvl="0" marL="822939" marR="0" rtl="0" algn="l">
              <a:spcBef>
                <a:spcPts val="0"/>
              </a:spcBef>
              <a:spcAft>
                <a:spcPts val="0"/>
              </a:spcAft>
              <a:buNone/>
            </a:pPr>
            <a:r>
              <a:t/>
            </a:r>
            <a:endParaRPr b="1" baseline="30000" sz="1400">
              <a:solidFill>
                <a:schemeClr val="lt1"/>
              </a:solidFill>
              <a:latin typeface="Arial"/>
              <a:ea typeface="Arial"/>
              <a:cs typeface="Arial"/>
              <a:sym typeface="Arial"/>
            </a:endParaRPr>
          </a:p>
        </p:txBody>
      </p:sp>
      <p:sp>
        <p:nvSpPr>
          <p:cNvPr id="331" name="Google Shape;331;p5"/>
          <p:cNvSpPr txBox="1"/>
          <p:nvPr/>
        </p:nvSpPr>
        <p:spPr>
          <a:xfrm>
            <a:off x="9286317" y="3236082"/>
            <a:ext cx="2480044" cy="206210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accent5"/>
                </a:solidFill>
                <a:latin typeface="Arial"/>
                <a:ea typeface="Arial"/>
                <a:cs typeface="Arial"/>
                <a:sym typeface="Arial"/>
              </a:rPr>
              <a:t>Normative reference values may serve as a guide for interpreting grip strength measurements for different adult US populations</a:t>
            </a:r>
            <a:r>
              <a:rPr b="1" baseline="30000" lang="en-US" sz="1600">
                <a:solidFill>
                  <a:schemeClr val="accent5"/>
                </a:solidFill>
                <a:latin typeface="Arial"/>
                <a:ea typeface="Arial"/>
                <a:cs typeface="Arial"/>
                <a:sym typeface="Arial"/>
              </a:rPr>
              <a:t>1</a:t>
            </a:r>
            <a:endParaRPr b="1" sz="1600">
              <a:solidFill>
                <a:schemeClr val="accent5"/>
              </a:solidFill>
              <a:latin typeface="Arial"/>
              <a:ea typeface="Arial"/>
              <a:cs typeface="Arial"/>
              <a:sym typeface="Arial"/>
            </a:endParaRPr>
          </a:p>
          <a:p>
            <a:pPr indent="-215894" lvl="0" marL="285744" marR="0" rtl="0" algn="l">
              <a:spcBef>
                <a:spcPts val="0"/>
              </a:spcBef>
              <a:spcAft>
                <a:spcPts val="0"/>
              </a:spcAft>
              <a:buClr>
                <a:schemeClr val="dk1"/>
              </a:buClr>
              <a:buSzPts val="1100"/>
              <a:buFont typeface="Arial"/>
              <a:buNone/>
            </a:pPr>
            <a:r>
              <a:t/>
            </a:r>
            <a:endParaRPr sz="1600">
              <a:solidFill>
                <a:schemeClr val="lt1"/>
              </a:solidFill>
              <a:latin typeface="Arial"/>
              <a:ea typeface="Arial"/>
              <a:cs typeface="Arial"/>
              <a:sym typeface="Arial"/>
            </a:endParaRPr>
          </a:p>
        </p:txBody>
      </p:sp>
      <p:pic>
        <p:nvPicPr>
          <p:cNvPr descr="Lights On outline" id="332" name="Google Shape;332;p5"/>
          <p:cNvPicPr preferRelativeResize="0"/>
          <p:nvPr/>
        </p:nvPicPr>
        <p:blipFill rotWithShape="1">
          <a:blip r:embed="rId4">
            <a:alphaModFix/>
          </a:blip>
          <a:srcRect b="0" l="0" r="0" t="0"/>
          <a:stretch/>
        </p:blipFill>
        <p:spPr>
          <a:xfrm>
            <a:off x="10112674" y="2019983"/>
            <a:ext cx="805852" cy="805852"/>
          </a:xfrm>
          <a:prstGeom prst="rect">
            <a:avLst/>
          </a:prstGeom>
          <a:noFill/>
          <a:ln>
            <a:noFill/>
          </a:ln>
        </p:spPr>
      </p:pic>
      <p:sp>
        <p:nvSpPr>
          <p:cNvPr id="333" name="Google Shape;333;p5"/>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
          <p:cNvSpPr txBox="1"/>
          <p:nvPr>
            <p:ph type="title"/>
          </p:nvPr>
        </p:nvSpPr>
        <p:spPr>
          <a:xfrm>
            <a:off x="265176" y="357806"/>
            <a:ext cx="11660124" cy="100584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3200"/>
              <a:buFont typeface="Arial"/>
              <a:buNone/>
            </a:pPr>
            <a:r>
              <a:rPr lang="en-US"/>
              <a:t>Grip Strength Initiative </a:t>
            </a:r>
            <a:endParaRPr/>
          </a:p>
        </p:txBody>
      </p:sp>
      <p:sp>
        <p:nvSpPr>
          <p:cNvPr id="339" name="Google Shape;339;p6"/>
          <p:cNvSpPr/>
          <p:nvPr/>
        </p:nvSpPr>
        <p:spPr>
          <a:xfrm>
            <a:off x="-23582" y="1224447"/>
            <a:ext cx="6456466" cy="5015931"/>
          </a:xfrm>
          <a:prstGeom prst="homePlate">
            <a:avLst>
              <a:gd fmla="val 23464" name="adj"/>
            </a:avLst>
          </a:prstGeom>
          <a:solidFill>
            <a:srgbClr val="E8F3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6"/>
          <p:cNvSpPr txBox="1"/>
          <p:nvPr>
            <p:ph idx="1" type="body"/>
          </p:nvPr>
        </p:nvSpPr>
        <p:spPr>
          <a:xfrm>
            <a:off x="265176" y="1507641"/>
            <a:ext cx="5654361" cy="4125912"/>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000"/>
              <a:buNone/>
            </a:pPr>
            <a:r>
              <a:rPr b="1" lang="en-US" sz="2000">
                <a:solidFill>
                  <a:srgbClr val="000000"/>
                </a:solidFill>
              </a:rPr>
              <a:t>BACKGROUND/RATIONALE:</a:t>
            </a:r>
            <a:endParaRPr/>
          </a:p>
          <a:p>
            <a:pPr indent="-215900" lvl="0" marL="228600" rtl="0" algn="l">
              <a:lnSpc>
                <a:spcPct val="110000"/>
              </a:lnSpc>
              <a:spcBef>
                <a:spcPts val="400"/>
              </a:spcBef>
              <a:spcAft>
                <a:spcPts val="0"/>
              </a:spcAft>
              <a:buSzPts val="1200"/>
              <a:buFont typeface="Montserrat"/>
              <a:buChar char="●"/>
            </a:pPr>
            <a:r>
              <a:rPr lang="en-US" sz="2000"/>
              <a:t>A majority of neurologists indicate that they</a:t>
            </a:r>
            <a:br>
              <a:rPr lang="en-US" sz="2000"/>
            </a:br>
            <a:r>
              <a:rPr lang="en-US" sz="2000"/>
              <a:t>assess grip strength in their evaluation of patients, but </a:t>
            </a:r>
            <a:r>
              <a:rPr lang="en-US" sz="2000">
                <a:solidFill>
                  <a:srgbClr val="000000"/>
                </a:solidFill>
              </a:rPr>
              <a:t>limited data around grip </a:t>
            </a:r>
            <a:br>
              <a:rPr lang="en-US" sz="2000">
                <a:solidFill>
                  <a:srgbClr val="000000"/>
                </a:solidFill>
              </a:rPr>
            </a:br>
            <a:r>
              <a:rPr lang="en-US" sz="2000">
                <a:solidFill>
                  <a:srgbClr val="000000"/>
                </a:solidFill>
              </a:rPr>
              <a:t>strength and its correlation to improvement in CIDP patients exist</a:t>
            </a:r>
            <a:endParaRPr/>
          </a:p>
          <a:p>
            <a:pPr indent="-215900" lvl="0" marL="228600" rtl="0" algn="l">
              <a:lnSpc>
                <a:spcPct val="110000"/>
              </a:lnSpc>
              <a:spcBef>
                <a:spcPts val="1200"/>
              </a:spcBef>
              <a:spcAft>
                <a:spcPts val="0"/>
              </a:spcAft>
              <a:buSzPts val="1200"/>
              <a:buFont typeface="Montserrat"/>
              <a:buChar char="●"/>
            </a:pPr>
            <a:r>
              <a:rPr lang="en-US" sz="2000">
                <a:solidFill>
                  <a:srgbClr val="000000"/>
                </a:solidFill>
              </a:rPr>
              <a:t>Research suggests that </a:t>
            </a:r>
            <a:r>
              <a:rPr lang="en-US" sz="2000"/>
              <a:t>grip strength</a:t>
            </a:r>
            <a:r>
              <a:rPr lang="en-US" sz="2000">
                <a:solidFill>
                  <a:srgbClr val="000000"/>
                </a:solidFill>
              </a:rPr>
              <a:t> is the most common assessment tool that </a:t>
            </a:r>
            <a:br>
              <a:rPr lang="en-US" sz="2000">
                <a:solidFill>
                  <a:srgbClr val="000000"/>
                </a:solidFill>
              </a:rPr>
            </a:br>
            <a:r>
              <a:rPr lang="en-US" sz="2000">
                <a:solidFill>
                  <a:srgbClr val="000000"/>
                </a:solidFill>
              </a:rPr>
              <a:t>HCPs leverage</a:t>
            </a:r>
            <a:endParaRPr/>
          </a:p>
          <a:p>
            <a:pPr indent="-215900" lvl="0" marL="228600" rtl="0" algn="l">
              <a:lnSpc>
                <a:spcPct val="110000"/>
              </a:lnSpc>
              <a:spcBef>
                <a:spcPts val="1200"/>
              </a:spcBef>
              <a:spcAft>
                <a:spcPts val="0"/>
              </a:spcAft>
              <a:buSzPts val="1200"/>
              <a:buFont typeface="Montserrat"/>
              <a:buChar char="●"/>
            </a:pPr>
            <a:r>
              <a:rPr lang="en-US" sz="2000">
                <a:solidFill>
                  <a:srgbClr val="000000"/>
                </a:solidFill>
              </a:rPr>
              <a:t>HCPs relate to improvement in grip strength and see it as supportive of sustained improvement in their patients with CIDP</a:t>
            </a:r>
            <a:endParaRPr/>
          </a:p>
        </p:txBody>
      </p:sp>
      <p:sp>
        <p:nvSpPr>
          <p:cNvPr id="341" name="Google Shape;341;p6"/>
          <p:cNvSpPr txBox="1"/>
          <p:nvPr/>
        </p:nvSpPr>
        <p:spPr>
          <a:xfrm>
            <a:off x="6272466" y="1507641"/>
            <a:ext cx="5850092" cy="3889859"/>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accent1"/>
              </a:buClr>
              <a:buSzPts val="2000"/>
              <a:buFont typeface="Arial"/>
              <a:buNone/>
            </a:pPr>
            <a:r>
              <a:rPr b="1" lang="en-US" sz="2000">
                <a:solidFill>
                  <a:schemeClr val="dk1"/>
                </a:solidFill>
                <a:latin typeface="Arial"/>
                <a:ea typeface="Arial"/>
                <a:cs typeface="Arial"/>
                <a:sym typeface="Arial"/>
              </a:rPr>
              <a:t>POTENTIAL BROAD SCALE PULL-THROUGH</a:t>
            </a:r>
            <a:endParaRPr sz="2000">
              <a:solidFill>
                <a:srgbClr val="000000"/>
              </a:solidFill>
              <a:latin typeface="Arial"/>
              <a:ea typeface="Arial"/>
              <a:cs typeface="Arial"/>
              <a:sym typeface="Arial"/>
            </a:endParaRPr>
          </a:p>
          <a:p>
            <a:pPr indent="-219075" lvl="0" marL="228600" marR="0" rtl="0" algn="l">
              <a:lnSpc>
                <a:spcPct val="100000"/>
              </a:lnSpc>
              <a:spcBef>
                <a:spcPts val="1000"/>
              </a:spcBef>
              <a:spcAft>
                <a:spcPts val="0"/>
              </a:spcAft>
              <a:buClr>
                <a:schemeClr val="accent1"/>
              </a:buClr>
              <a:buSzPts val="2000"/>
              <a:buFont typeface="Arial"/>
              <a:buChar char="•"/>
            </a:pPr>
            <a:r>
              <a:rPr lang="en-US" sz="2000">
                <a:solidFill>
                  <a:srgbClr val="000000"/>
                </a:solidFill>
                <a:latin typeface="Arial"/>
                <a:ea typeface="Arial"/>
                <a:cs typeface="Arial"/>
                <a:sym typeface="Arial"/>
              </a:rPr>
              <a:t>Pending the successful data analysis of </a:t>
            </a:r>
            <a:r>
              <a:rPr lang="en-US" sz="2000">
                <a:solidFill>
                  <a:schemeClr val="dk1"/>
                </a:solidFill>
                <a:latin typeface="Arial"/>
                <a:ea typeface="Arial"/>
                <a:cs typeface="Arial"/>
                <a:sym typeface="Arial"/>
              </a:rPr>
              <a:t>grip strength</a:t>
            </a:r>
            <a:r>
              <a:rPr lang="en-US" sz="2000">
                <a:solidFill>
                  <a:srgbClr val="000000"/>
                </a:solidFill>
                <a:latin typeface="Arial"/>
                <a:ea typeface="Arial"/>
                <a:cs typeface="Arial"/>
                <a:sym typeface="Arial"/>
              </a:rPr>
              <a:t> from ADHERE, we would proceed to roll out this initiative across 2 workstreams</a:t>
            </a:r>
            <a:endParaRPr/>
          </a:p>
          <a:p>
            <a:pPr indent="-190499" lvl="1" marL="465138" marR="0" rtl="0" algn="l">
              <a:lnSpc>
                <a:spcPct val="100000"/>
              </a:lnSpc>
              <a:spcBef>
                <a:spcPts val="1200"/>
              </a:spcBef>
              <a:spcAft>
                <a:spcPts val="0"/>
              </a:spcAft>
              <a:buClr>
                <a:schemeClr val="accent1"/>
              </a:buClr>
              <a:buSzPts val="2000"/>
              <a:buFont typeface="Arial"/>
              <a:buChar char="•"/>
            </a:pPr>
            <a:r>
              <a:rPr b="0" i="0" lang="en-US" sz="2000" u="none" cap="none" strike="noStrike">
                <a:solidFill>
                  <a:srgbClr val="000000"/>
                </a:solidFill>
                <a:latin typeface="Arial"/>
                <a:ea typeface="Arial"/>
                <a:cs typeface="Arial"/>
                <a:sym typeface="Arial"/>
              </a:rPr>
              <a:t>Providing </a:t>
            </a:r>
            <a:r>
              <a:rPr b="0" i="0" lang="en-US" sz="2000" u="none" cap="none" strike="noStrike">
                <a:solidFill>
                  <a:schemeClr val="dk1"/>
                </a:solidFill>
                <a:latin typeface="Arial"/>
                <a:ea typeface="Arial"/>
                <a:cs typeface="Arial"/>
                <a:sym typeface="Arial"/>
              </a:rPr>
              <a:t>grip strength</a:t>
            </a:r>
            <a:r>
              <a:rPr b="0" i="0" lang="en-US" sz="2000" u="none" cap="none" strike="noStrike">
                <a:solidFill>
                  <a:srgbClr val="000000"/>
                </a:solidFill>
                <a:latin typeface="Arial"/>
                <a:ea typeface="Arial"/>
                <a:cs typeface="Arial"/>
                <a:sym typeface="Arial"/>
              </a:rPr>
              <a:t> devices to HCPs/patients and executing on additional disease education around the value of measuring </a:t>
            </a:r>
            <a:r>
              <a:rPr b="0" i="0" lang="en-US" sz="2000" u="none" cap="none" strike="noStrike">
                <a:solidFill>
                  <a:schemeClr val="dk1"/>
                </a:solidFill>
                <a:latin typeface="Arial"/>
                <a:ea typeface="Arial"/>
                <a:cs typeface="Arial"/>
                <a:sym typeface="Arial"/>
              </a:rPr>
              <a:t>grip strength</a:t>
            </a:r>
            <a:r>
              <a:rPr b="0" i="0" lang="en-US" sz="2000" u="none" cap="none" strike="noStrike">
                <a:solidFill>
                  <a:srgbClr val="000000"/>
                </a:solidFill>
                <a:latin typeface="Arial"/>
                <a:ea typeface="Arial"/>
                <a:cs typeface="Arial"/>
                <a:sym typeface="Arial"/>
              </a:rPr>
              <a:t> and how it is a predictor of disease progression</a:t>
            </a:r>
            <a:endParaRPr/>
          </a:p>
          <a:p>
            <a:pPr indent="-190499" lvl="1" marL="465138" marR="0" rtl="0" algn="l">
              <a:lnSpc>
                <a:spcPct val="100000"/>
              </a:lnSpc>
              <a:spcBef>
                <a:spcPts val="1200"/>
              </a:spcBef>
              <a:spcAft>
                <a:spcPts val="0"/>
              </a:spcAft>
              <a:buClr>
                <a:schemeClr val="accent1"/>
              </a:buClr>
              <a:buSzPts val="2000"/>
              <a:buFont typeface="Arial"/>
              <a:buChar char="•"/>
            </a:pPr>
            <a:r>
              <a:rPr b="0" i="0" lang="en-US" sz="2000" u="none" cap="none" strike="noStrike">
                <a:solidFill>
                  <a:srgbClr val="000000"/>
                </a:solidFill>
                <a:latin typeface="Arial"/>
                <a:ea typeface="Arial"/>
                <a:cs typeface="Arial"/>
                <a:sym typeface="Arial"/>
              </a:rPr>
              <a:t>Testing and inputting new grip strength analyses in core medical education and promotional assets </a:t>
            </a:r>
            <a:endParaRPr/>
          </a:p>
        </p:txBody>
      </p:sp>
      <p:sp>
        <p:nvSpPr>
          <p:cNvPr id="342" name="Google Shape;342;p6"/>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43" name="Google Shape;343;p6"/>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CIDP, chronic inflammatory demyelinating polyradiculoneuropathy; HCP, health care provider.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grpSp>
        <p:nvGrpSpPr>
          <p:cNvPr id="349" name="Google Shape;349;p7"/>
          <p:cNvGrpSpPr/>
          <p:nvPr/>
        </p:nvGrpSpPr>
        <p:grpSpPr>
          <a:xfrm>
            <a:off x="694" y="1563952"/>
            <a:ext cx="11278560" cy="4279392"/>
            <a:chOff x="-63798" y="1691548"/>
            <a:chExt cx="11671079" cy="4279392"/>
          </a:xfrm>
        </p:grpSpPr>
        <p:sp>
          <p:nvSpPr>
            <p:cNvPr id="350" name="Google Shape;350;p7"/>
            <p:cNvSpPr/>
            <p:nvPr/>
          </p:nvSpPr>
          <p:spPr>
            <a:xfrm>
              <a:off x="-63798" y="1691548"/>
              <a:ext cx="7634177" cy="4279392"/>
            </a:xfrm>
            <a:prstGeom prst="rect">
              <a:avLst/>
            </a:prstGeom>
            <a:solidFill>
              <a:schemeClr val="accent2">
                <a:alpha val="3803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1" name="Google Shape;351;p7"/>
            <p:cNvSpPr/>
            <p:nvPr/>
          </p:nvSpPr>
          <p:spPr>
            <a:xfrm>
              <a:off x="7572374" y="1691548"/>
              <a:ext cx="4034907" cy="4277335"/>
            </a:xfrm>
            <a:prstGeom prst="flowChartDelay">
              <a:avLst/>
            </a:prstGeom>
            <a:solidFill>
              <a:schemeClr val="accent2">
                <a:alpha val="3803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086F3C"/>
                </a:solidFill>
                <a:latin typeface="Arial"/>
                <a:ea typeface="Arial"/>
                <a:cs typeface="Arial"/>
                <a:sym typeface="Arial"/>
              </a:endParaRPr>
            </a:p>
          </p:txBody>
        </p:sp>
      </p:grpSp>
      <p:sp>
        <p:nvSpPr>
          <p:cNvPr id="352" name="Google Shape;352;p7"/>
          <p:cNvSpPr txBox="1"/>
          <p:nvPr>
            <p:ph type="title"/>
          </p:nvPr>
        </p:nvSpPr>
        <p:spPr>
          <a:xfrm>
            <a:off x="265176" y="357806"/>
            <a:ext cx="11660124" cy="100584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5"/>
              </a:buClr>
              <a:buSzPts val="3200"/>
              <a:buFont typeface="Arial"/>
              <a:buNone/>
            </a:pPr>
            <a:r>
              <a:rPr lang="en-US"/>
              <a:t>Clinically Meaningful and Sustainable Improvement</a:t>
            </a:r>
            <a:endParaRPr/>
          </a:p>
        </p:txBody>
      </p:sp>
      <p:sp>
        <p:nvSpPr>
          <p:cNvPr id="353" name="Google Shape;353;p7"/>
          <p:cNvSpPr txBox="1"/>
          <p:nvPr>
            <p:ph idx="1" type="body"/>
          </p:nvPr>
        </p:nvSpPr>
        <p:spPr>
          <a:xfrm>
            <a:off x="265176" y="2290512"/>
            <a:ext cx="10852002" cy="3206048"/>
          </a:xfrm>
          <a:prstGeom prst="rect">
            <a:avLst/>
          </a:prstGeom>
          <a:noFill/>
          <a:ln>
            <a:noFill/>
          </a:ln>
        </p:spPr>
        <p:txBody>
          <a:bodyPr anchorCtr="0" anchor="t" bIns="45700" lIns="91425" spcFirstLastPara="1" rIns="91425" wrap="square" tIns="45700">
            <a:noAutofit/>
          </a:bodyPr>
          <a:lstStyle/>
          <a:p>
            <a:pPr indent="-285750" lvl="0" marL="295275" rtl="0" algn="l">
              <a:lnSpc>
                <a:spcPct val="100000"/>
              </a:lnSpc>
              <a:spcBef>
                <a:spcPts val="0"/>
              </a:spcBef>
              <a:spcAft>
                <a:spcPts val="0"/>
              </a:spcAft>
              <a:buSzPts val="2200"/>
              <a:buChar char="•"/>
            </a:pPr>
            <a:r>
              <a:rPr b="1" lang="en-US" sz="2200">
                <a:solidFill>
                  <a:schemeClr val="accent5"/>
                </a:solidFill>
              </a:rPr>
              <a:t>An increase of 8 kPa </a:t>
            </a:r>
            <a:r>
              <a:rPr lang="en-US" sz="2200"/>
              <a:t>is considered the minimum clinically important difference</a:t>
            </a:r>
            <a:endParaRPr/>
          </a:p>
          <a:p>
            <a:pPr indent="-285750" lvl="0" marL="295275" rtl="0" algn="l">
              <a:lnSpc>
                <a:spcPct val="100000"/>
              </a:lnSpc>
              <a:spcBef>
                <a:spcPts val="1000"/>
              </a:spcBef>
              <a:spcAft>
                <a:spcPts val="0"/>
              </a:spcAft>
              <a:buSzPts val="2200"/>
              <a:buChar char="•"/>
            </a:pPr>
            <a:r>
              <a:rPr lang="en-US" sz="2200"/>
              <a:t>Efgartigimod demonstrated clinically meaningful and sustained improvement </a:t>
            </a:r>
            <a:br>
              <a:rPr lang="en-US" sz="2200"/>
            </a:br>
            <a:r>
              <a:rPr lang="en-US" sz="2200"/>
              <a:t>in grip strength </a:t>
            </a:r>
            <a:endParaRPr sz="2200"/>
          </a:p>
          <a:p>
            <a:pPr indent="-169862" lvl="1" marL="687388" rtl="0" algn="l">
              <a:lnSpc>
                <a:spcPct val="100000"/>
              </a:lnSpc>
              <a:spcBef>
                <a:spcPts val="1100"/>
              </a:spcBef>
              <a:spcAft>
                <a:spcPts val="0"/>
              </a:spcAft>
              <a:buSzPts val="2200"/>
              <a:buFont typeface="Arial"/>
              <a:buChar char="-"/>
            </a:pPr>
            <a:r>
              <a:rPr lang="en-US" sz="2200"/>
              <a:t>Participants demonstrated a clinically significant improvement of </a:t>
            </a:r>
            <a:r>
              <a:rPr b="1" lang="en-US" sz="2200">
                <a:solidFill>
                  <a:schemeClr val="accent5"/>
                </a:solidFill>
              </a:rPr>
              <a:t>17.5 kPa </a:t>
            </a:r>
            <a:r>
              <a:rPr lang="en-US" sz="2200"/>
              <a:t>in dominant hand GS from run-in baseline to Week 36</a:t>
            </a:r>
            <a:endParaRPr sz="2200"/>
          </a:p>
          <a:p>
            <a:pPr indent="-169862" lvl="1" marL="687388" rtl="0" algn="l">
              <a:lnSpc>
                <a:spcPct val="100000"/>
              </a:lnSpc>
              <a:spcBef>
                <a:spcPts val="500"/>
              </a:spcBef>
              <a:spcAft>
                <a:spcPts val="0"/>
              </a:spcAft>
              <a:buSzPts val="2200"/>
              <a:buFont typeface="Arial"/>
              <a:buChar char="-"/>
            </a:pPr>
            <a:r>
              <a:rPr lang="en-US" sz="2200"/>
              <a:t>Approximately </a:t>
            </a:r>
            <a:r>
              <a:rPr b="1" lang="en-US" sz="2200">
                <a:solidFill>
                  <a:schemeClr val="accent5"/>
                </a:solidFill>
              </a:rPr>
              <a:t>50.3% </a:t>
            </a:r>
            <a:r>
              <a:rPr lang="en-US" sz="2200"/>
              <a:t>and </a:t>
            </a:r>
            <a:r>
              <a:rPr b="1" lang="en-US" sz="2200">
                <a:solidFill>
                  <a:schemeClr val="accent5"/>
                </a:solidFill>
              </a:rPr>
              <a:t>38.9% </a:t>
            </a:r>
            <a:r>
              <a:rPr lang="en-US" sz="2200"/>
              <a:t>of participants experienced an improvement from run-in baseline of at least </a:t>
            </a:r>
            <a:r>
              <a:rPr b="1" lang="en-US" sz="2200">
                <a:solidFill>
                  <a:schemeClr val="accent5"/>
                </a:solidFill>
              </a:rPr>
              <a:t>16 and 24 kPa </a:t>
            </a:r>
            <a:r>
              <a:rPr lang="en-US" sz="2200"/>
              <a:t>in grip strength, respectively, at ADHERE+ Week 36</a:t>
            </a:r>
            <a:endParaRPr/>
          </a:p>
          <a:p>
            <a:pPr indent="-241289" lvl="0" marL="685783" rtl="0" algn="l">
              <a:lnSpc>
                <a:spcPct val="90000"/>
              </a:lnSpc>
              <a:spcBef>
                <a:spcPts val="1000"/>
              </a:spcBef>
              <a:spcAft>
                <a:spcPts val="0"/>
              </a:spcAft>
              <a:buSzPts val="2200"/>
              <a:buFont typeface="Arial"/>
              <a:buNone/>
            </a:pPr>
            <a:r>
              <a:t/>
            </a:r>
            <a:endParaRPr sz="2200"/>
          </a:p>
          <a:p>
            <a:pPr indent="-241289" lvl="0" marL="685783" rtl="0" algn="l">
              <a:lnSpc>
                <a:spcPct val="90000"/>
              </a:lnSpc>
              <a:spcBef>
                <a:spcPts val="1000"/>
              </a:spcBef>
              <a:spcAft>
                <a:spcPts val="0"/>
              </a:spcAft>
              <a:buSzPts val="2200"/>
              <a:buFont typeface="Arial"/>
              <a:buNone/>
            </a:pPr>
            <a:r>
              <a:t/>
            </a:r>
            <a:endParaRPr sz="2200"/>
          </a:p>
          <a:p>
            <a:pPr indent="-241289" lvl="0" marL="685783" rtl="0" algn="l">
              <a:lnSpc>
                <a:spcPct val="90000"/>
              </a:lnSpc>
              <a:spcBef>
                <a:spcPts val="1000"/>
              </a:spcBef>
              <a:spcAft>
                <a:spcPts val="0"/>
              </a:spcAft>
              <a:buSzPts val="2200"/>
              <a:buFont typeface="Arial"/>
              <a:buNone/>
            </a:pPr>
            <a:r>
              <a:t/>
            </a:r>
            <a:endParaRPr sz="2200"/>
          </a:p>
        </p:txBody>
      </p:sp>
      <p:sp>
        <p:nvSpPr>
          <p:cNvPr id="354" name="Google Shape;354;p7"/>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55" name="Google Shape;355;p7"/>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GS, grip strength.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graphicFrame>
        <p:nvGraphicFramePr>
          <p:cNvPr id="360" name="Google Shape;360;p8"/>
          <p:cNvGraphicFramePr/>
          <p:nvPr/>
        </p:nvGraphicFramePr>
        <p:xfrm>
          <a:off x="885353" y="4693918"/>
          <a:ext cx="3000000" cy="3000000"/>
        </p:xfrm>
        <a:graphic>
          <a:graphicData uri="http://schemas.openxmlformats.org/drawingml/2006/table">
            <a:tbl>
              <a:tblPr>
                <a:noFill/>
                <a:tableStyleId>{CF98415F-8598-459B-866C-A89E2180006E}</a:tableStyleId>
              </a:tblPr>
              <a:tblGrid>
                <a:gridCol w="3536025"/>
                <a:gridCol w="3536025"/>
                <a:gridCol w="3536025"/>
              </a:tblGrid>
              <a:tr h="231275">
                <a:tc>
                  <a:txBody>
                    <a:bodyPr/>
                    <a:lstStyle/>
                    <a:p>
                      <a:pPr indent="0" lvl="0" marL="0" marR="0" rtl="0" algn="l">
                        <a:spcBef>
                          <a:spcPts val="0"/>
                        </a:spcBef>
                        <a:spcAft>
                          <a:spcPts val="0"/>
                        </a:spcAft>
                        <a:buNone/>
                      </a:pPr>
                      <a:r>
                        <a:rPr b="1" lang="en-US" sz="1400" u="none" cap="none" strike="noStrike"/>
                        <a:t>Stages</a:t>
                      </a:r>
                      <a:endParaRPr b="1" sz="1400"/>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solidFill>
                      <a:srgbClr val="D2E7B8"/>
                    </a:solidFill>
                  </a:tcPr>
                </a:tc>
                <a:tc>
                  <a:txBody>
                    <a:bodyPr/>
                    <a:lstStyle/>
                    <a:p>
                      <a:pPr indent="0" lvl="0" marL="0" marR="0" rtl="0" algn="l">
                        <a:spcBef>
                          <a:spcPts val="0"/>
                        </a:spcBef>
                        <a:spcAft>
                          <a:spcPts val="0"/>
                        </a:spcAft>
                        <a:buNone/>
                      </a:pPr>
                      <a:r>
                        <a:rPr b="1" lang="en-US" sz="1400"/>
                        <a:t>All participants, mean (SE)</a:t>
                      </a:r>
                      <a:endParaRPr b="1" sz="1400"/>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solidFill>
                      <a:srgbClr val="D2E7B8"/>
                    </a:solidFill>
                  </a:tcPr>
                </a:tc>
                <a:tc>
                  <a:txBody>
                    <a:bodyPr/>
                    <a:lstStyle/>
                    <a:p>
                      <a:pPr indent="0" lvl="0" marL="0" marR="0" rtl="0" algn="l">
                        <a:spcBef>
                          <a:spcPts val="0"/>
                        </a:spcBef>
                        <a:spcAft>
                          <a:spcPts val="0"/>
                        </a:spcAft>
                        <a:buNone/>
                      </a:pPr>
                      <a:r>
                        <a:rPr b="1" lang="en-US" sz="1400"/>
                        <a:t>Change from run-in baseline (mean)</a:t>
                      </a:r>
                      <a:endParaRPr b="1" sz="1400"/>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solidFill>
                      <a:srgbClr val="D2E7B8"/>
                    </a:solidFill>
                  </a:tcPr>
                </a:tc>
              </a:tr>
              <a:tr h="231275">
                <a:tc>
                  <a:txBody>
                    <a:bodyPr/>
                    <a:lstStyle/>
                    <a:p>
                      <a:pPr indent="0" lvl="0" marL="0" marR="0" rtl="0" algn="l">
                        <a:spcBef>
                          <a:spcPts val="0"/>
                        </a:spcBef>
                        <a:spcAft>
                          <a:spcPts val="0"/>
                        </a:spcAft>
                        <a:buNone/>
                      </a:pPr>
                      <a:r>
                        <a:rPr lang="en-US" sz="1400">
                          <a:solidFill>
                            <a:srgbClr val="161616"/>
                          </a:solidFill>
                        </a:rPr>
                        <a:t>Run-in baseline (n=191)</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46.6 (1.75)</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r>
              <a:tr h="231275">
                <a:tc>
                  <a:txBody>
                    <a:bodyPr/>
                    <a:lstStyle/>
                    <a:p>
                      <a:pPr indent="0" lvl="0" marL="0" marR="0" rtl="0" algn="l">
                        <a:spcBef>
                          <a:spcPts val="0"/>
                        </a:spcBef>
                        <a:spcAft>
                          <a:spcPts val="0"/>
                        </a:spcAft>
                        <a:buNone/>
                      </a:pPr>
                      <a:r>
                        <a:rPr lang="en-US" sz="1400">
                          <a:solidFill>
                            <a:srgbClr val="161616"/>
                          </a:solidFill>
                        </a:rPr>
                        <a:t>Stage A baseline (n=191)</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38.5 (1.74)</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latin typeface="Arial"/>
                          <a:ea typeface="Arial"/>
                          <a:cs typeface="Arial"/>
                          <a:sym typeface="Arial"/>
                        </a:rPr>
                        <a:t>−</a:t>
                      </a:r>
                      <a:r>
                        <a:rPr lang="en-US" sz="1400">
                          <a:solidFill>
                            <a:srgbClr val="161616"/>
                          </a:solidFill>
                        </a:rPr>
                        <a:t>8.2 (0.71)</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r>
              <a:tr h="231275">
                <a:tc>
                  <a:txBody>
                    <a:bodyPr/>
                    <a:lstStyle/>
                    <a:p>
                      <a:pPr indent="0" lvl="0" marL="0" marR="0" rtl="0" algn="l">
                        <a:spcBef>
                          <a:spcPts val="0"/>
                        </a:spcBef>
                        <a:spcAft>
                          <a:spcPts val="0"/>
                        </a:spcAft>
                        <a:buNone/>
                      </a:pPr>
                      <a:r>
                        <a:rPr lang="en-US" sz="1400">
                          <a:solidFill>
                            <a:srgbClr val="161616"/>
                          </a:solidFill>
                        </a:rPr>
                        <a:t>Stage B baseline (n=191)</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56.0 (1.80)</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+9.4 (1.28)</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r>
              <a:tr h="231275">
                <a:tc>
                  <a:txBody>
                    <a:bodyPr/>
                    <a:lstStyle/>
                    <a:p>
                      <a:pPr indent="0" lvl="0" marL="0" marR="0" rtl="0" algn="l">
                        <a:spcBef>
                          <a:spcPts val="0"/>
                        </a:spcBef>
                        <a:spcAft>
                          <a:spcPts val="0"/>
                        </a:spcAft>
                        <a:buNone/>
                      </a:pPr>
                      <a:r>
                        <a:rPr lang="en-US" sz="1400">
                          <a:solidFill>
                            <a:srgbClr val="161616"/>
                          </a:solidFill>
                        </a:rPr>
                        <a:t>ADHERE+ Week 36 (n=149)</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65.6 (2.32)</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c>
                  <a:txBody>
                    <a:bodyPr/>
                    <a:lstStyle/>
                    <a:p>
                      <a:pPr indent="0" lvl="0" marL="0" marR="0" rtl="0" algn="l">
                        <a:spcBef>
                          <a:spcPts val="0"/>
                        </a:spcBef>
                        <a:spcAft>
                          <a:spcPts val="0"/>
                        </a:spcAft>
                        <a:buNone/>
                      </a:pPr>
                      <a:r>
                        <a:rPr lang="en-US" sz="1400">
                          <a:solidFill>
                            <a:srgbClr val="161616"/>
                          </a:solidFill>
                        </a:rPr>
                        <a:t>+17.5 (2.02)</a:t>
                      </a:r>
                      <a:endParaRPr sz="1400">
                        <a:solidFill>
                          <a:srgbClr val="161616"/>
                        </a:solidFill>
                      </a:endParaRPr>
                    </a:p>
                  </a:txBody>
                  <a:tcPr marT="0" marB="0" marR="121925" marL="121925" anchor="ctr">
                    <a:lnL cap="flat" cmpd="sng" w="12700">
                      <a:solidFill>
                        <a:srgbClr val="D8D8D8"/>
                      </a:solidFill>
                      <a:prstDash val="solid"/>
                      <a:round/>
                      <a:headEnd len="sm" w="sm" type="none"/>
                      <a:tailEnd len="sm" w="sm" type="none"/>
                    </a:lnL>
                    <a:lnR cap="flat" cmpd="sng" w="12700">
                      <a:solidFill>
                        <a:srgbClr val="D8D8D8"/>
                      </a:solidFill>
                      <a:prstDash val="solid"/>
                      <a:round/>
                      <a:headEnd len="sm" w="sm" type="none"/>
                      <a:tailEnd len="sm" w="sm" type="none"/>
                    </a:lnR>
                    <a:lnT cap="flat" cmpd="sng" w="12700">
                      <a:solidFill>
                        <a:srgbClr val="D8D8D8"/>
                      </a:solidFill>
                      <a:prstDash val="solid"/>
                      <a:round/>
                      <a:headEnd len="sm" w="sm" type="none"/>
                      <a:tailEnd len="sm" w="sm" type="none"/>
                    </a:lnT>
                    <a:lnB cap="flat" cmpd="sng" w="12700">
                      <a:solidFill>
                        <a:srgbClr val="D8D8D8"/>
                      </a:solidFill>
                      <a:prstDash val="solid"/>
                      <a:round/>
                      <a:headEnd len="sm" w="sm" type="none"/>
                      <a:tailEnd len="sm" w="sm" type="none"/>
                    </a:lnB>
                  </a:tcPr>
                </a:tc>
              </a:tr>
            </a:tbl>
          </a:graphicData>
        </a:graphic>
      </p:graphicFrame>
      <p:sp>
        <p:nvSpPr>
          <p:cNvPr id="361" name="Google Shape;361;p8"/>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362" name="Google Shape;362;p8"/>
          <p:cNvSpPr txBox="1"/>
          <p:nvPr/>
        </p:nvSpPr>
        <p:spPr>
          <a:xfrm>
            <a:off x="263525" y="6018871"/>
            <a:ext cx="10468643" cy="572430"/>
          </a:xfrm>
          <a:prstGeom prst="rect">
            <a:avLst/>
          </a:prstGeom>
          <a:noFill/>
          <a:ln>
            <a:noFill/>
          </a:ln>
        </p:spPr>
        <p:txBody>
          <a:bodyPr anchorCtr="0" anchor="b" bIns="45700" lIns="91425" spcFirstLastPara="1" rIns="91425" wrap="square" tIns="45700">
            <a:noAutofit/>
          </a:bodyPr>
          <a:lstStyle/>
          <a:p>
            <a:pPr indent="0" lvl="0" marL="0" marR="0" rtl="0" algn="l">
              <a:spcBef>
                <a:spcPts val="0"/>
              </a:spcBef>
              <a:spcAft>
                <a:spcPts val="0"/>
              </a:spcAft>
              <a:buNone/>
            </a:pPr>
            <a:r>
              <a:rPr lang="en-US" sz="800">
                <a:solidFill>
                  <a:schemeClr val="dk1"/>
                </a:solidFill>
                <a:latin typeface="Arial"/>
                <a:ea typeface="Arial"/>
                <a:cs typeface="Arial"/>
                <a:sym typeface="Arial"/>
              </a:rPr>
              <a:t>CMI, clinically meaningful improvement; PH20, recombinant human hyaluronidase PH20; SC, subcutaneous.</a:t>
            </a:r>
            <a:endParaRPr/>
          </a:p>
          <a:p>
            <a:pPr indent="0" lvl="0" marL="0" marR="0" rtl="0" algn="l">
              <a:spcBef>
                <a:spcPts val="0"/>
              </a:spcBef>
              <a:spcAft>
                <a:spcPts val="0"/>
              </a:spcAft>
              <a:buNone/>
            </a:pPr>
            <a:r>
              <a:rPr baseline="30000" lang="en-US" sz="800">
                <a:solidFill>
                  <a:schemeClr val="dk1"/>
                </a:solidFill>
                <a:latin typeface="Arial"/>
                <a:ea typeface="Arial"/>
                <a:cs typeface="Arial"/>
                <a:sym typeface="Arial"/>
              </a:rPr>
              <a:t>a</a:t>
            </a:r>
            <a:r>
              <a:rPr lang="en-US" sz="800">
                <a:solidFill>
                  <a:schemeClr val="dk1"/>
                </a:solidFill>
                <a:latin typeface="Arial"/>
                <a:ea typeface="Arial"/>
                <a:cs typeface="Arial"/>
                <a:sym typeface="Arial"/>
              </a:rPr>
              <a:t>An increase of ≥8 kPa in grip strength</a:t>
            </a:r>
            <a:r>
              <a:rPr baseline="30000" lang="en-US" sz="800">
                <a:solidFill>
                  <a:schemeClr val="dk1"/>
                </a:solidFill>
                <a:latin typeface="Arial"/>
                <a:ea typeface="Arial"/>
                <a:cs typeface="Arial"/>
                <a:sym typeface="Arial"/>
              </a:rPr>
              <a:t>1</a:t>
            </a:r>
            <a:r>
              <a:rPr lang="en-US" sz="800">
                <a:solidFill>
                  <a:schemeClr val="dk1"/>
                </a:solidFill>
                <a:latin typeface="Arial"/>
                <a:ea typeface="Arial"/>
                <a:cs typeface="Arial"/>
                <a:sym typeface="Arial"/>
              </a:rPr>
              <a:t> is considered the minimum clinically important difference.</a:t>
            </a:r>
            <a:r>
              <a:rPr baseline="30000" lang="en-US" sz="800">
                <a:solidFill>
                  <a:schemeClr val="dk1"/>
                </a:solidFill>
                <a:latin typeface="Arial"/>
                <a:ea typeface="Arial"/>
                <a:cs typeface="Arial"/>
                <a:sym typeface="Arial"/>
              </a:rPr>
              <a:t>2</a:t>
            </a:r>
            <a:r>
              <a:rPr lang="en-US" sz="800">
                <a:solidFill>
                  <a:schemeClr val="dk1"/>
                </a:solidFill>
                <a:latin typeface="Arial"/>
                <a:ea typeface="Arial"/>
                <a:cs typeface="Arial"/>
                <a:sym typeface="Arial"/>
              </a:rPr>
              <a:t> Post hoc analysis included ADHERE Stage A responders with run-in baseline values.</a:t>
            </a:r>
            <a:endParaRPr/>
          </a:p>
          <a:p>
            <a:pPr indent="0" lvl="0" marL="0" marR="0" rtl="0" algn="l">
              <a:spcBef>
                <a:spcPts val="0"/>
              </a:spcBef>
              <a:spcAft>
                <a:spcPts val="0"/>
              </a:spcAft>
              <a:buNone/>
            </a:pPr>
            <a:r>
              <a:rPr lang="en-US" sz="800">
                <a:solidFill>
                  <a:schemeClr val="dk1"/>
                </a:solidFill>
                <a:latin typeface="Arial"/>
                <a:ea typeface="Arial"/>
                <a:cs typeface="Arial"/>
                <a:sym typeface="Arial"/>
              </a:rPr>
              <a:t>ADHERE+ data cutoff: February 16, 2024.</a:t>
            </a:r>
            <a:endParaRPr/>
          </a:p>
          <a:p>
            <a:pPr indent="0" lvl="0" marL="0" marR="0" rtl="0" algn="l">
              <a:spcBef>
                <a:spcPts val="0"/>
              </a:spcBef>
              <a:spcAft>
                <a:spcPts val="0"/>
              </a:spcAft>
              <a:buNone/>
            </a:pPr>
            <a:r>
              <a:rPr b="1" lang="en-US" sz="800">
                <a:solidFill>
                  <a:schemeClr val="dk1"/>
                </a:solidFill>
                <a:latin typeface="Arial"/>
                <a:ea typeface="Arial"/>
                <a:cs typeface="Arial"/>
                <a:sym typeface="Arial"/>
              </a:rPr>
              <a:t>1.</a:t>
            </a:r>
            <a:r>
              <a:rPr lang="en-US" sz="800">
                <a:solidFill>
                  <a:schemeClr val="dk1"/>
                </a:solidFill>
                <a:latin typeface="Arial"/>
                <a:ea typeface="Arial"/>
                <a:cs typeface="Arial"/>
                <a:sym typeface="Arial"/>
              </a:rPr>
              <a:t> Vabhoutte EK. </a:t>
            </a:r>
            <a:r>
              <a:rPr i="1" lang="en-US" sz="800">
                <a:solidFill>
                  <a:schemeClr val="dk1"/>
                </a:solidFill>
                <a:latin typeface="Arial"/>
                <a:ea typeface="Arial"/>
                <a:cs typeface="Arial"/>
                <a:sym typeface="Arial"/>
              </a:rPr>
              <a:t>Eur J Neurol. </a:t>
            </a:r>
            <a:r>
              <a:rPr lang="en-US" sz="800">
                <a:solidFill>
                  <a:schemeClr val="dk1"/>
                </a:solidFill>
                <a:latin typeface="Arial"/>
                <a:ea typeface="Arial"/>
                <a:cs typeface="Arial"/>
                <a:sym typeface="Arial"/>
              </a:rPr>
              <a:t>2013;20(5):748-755. </a:t>
            </a:r>
            <a:r>
              <a:rPr b="1" lang="en-US" sz="800">
                <a:solidFill>
                  <a:schemeClr val="dk1"/>
                </a:solidFill>
                <a:latin typeface="Arial"/>
                <a:ea typeface="Arial"/>
                <a:cs typeface="Arial"/>
                <a:sym typeface="Arial"/>
              </a:rPr>
              <a:t>2. </a:t>
            </a:r>
            <a:r>
              <a:rPr lang="en-US" sz="800">
                <a:solidFill>
                  <a:schemeClr val="dk1"/>
                </a:solidFill>
                <a:latin typeface="Arial"/>
                <a:ea typeface="Arial"/>
                <a:cs typeface="Arial"/>
                <a:sym typeface="Arial"/>
              </a:rPr>
              <a:t>Van den Bergh PYK, et al. </a:t>
            </a:r>
            <a:r>
              <a:rPr i="1" lang="en-US" sz="800">
                <a:solidFill>
                  <a:schemeClr val="dk1"/>
                </a:solidFill>
                <a:latin typeface="Arial"/>
                <a:ea typeface="Arial"/>
                <a:cs typeface="Arial"/>
                <a:sym typeface="Arial"/>
              </a:rPr>
              <a:t>Eur J Neurol</a:t>
            </a:r>
            <a:r>
              <a:rPr lang="en-US" sz="800">
                <a:solidFill>
                  <a:schemeClr val="dk1"/>
                </a:solidFill>
                <a:latin typeface="Arial"/>
                <a:ea typeface="Arial"/>
                <a:cs typeface="Arial"/>
                <a:sym typeface="Arial"/>
              </a:rPr>
              <a:t>. 2021;28(11):3556-3583.</a:t>
            </a:r>
            <a:endParaRPr sz="800">
              <a:solidFill>
                <a:schemeClr val="dk1"/>
              </a:solidFill>
              <a:latin typeface="Arial"/>
              <a:ea typeface="Arial"/>
              <a:cs typeface="Arial"/>
              <a:sym typeface="Arial"/>
            </a:endParaRPr>
          </a:p>
        </p:txBody>
      </p:sp>
      <p:sp>
        <p:nvSpPr>
          <p:cNvPr id="363" name="Google Shape;363;p8"/>
          <p:cNvSpPr/>
          <p:nvPr/>
        </p:nvSpPr>
        <p:spPr>
          <a:xfrm>
            <a:off x="667443" y="4053268"/>
            <a:ext cx="10825962" cy="533956"/>
          </a:xfrm>
          <a:prstGeom prst="roundRect">
            <a:avLst>
              <a:gd fmla="val 5000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Arial"/>
                <a:ea typeface="Arial"/>
                <a:cs typeface="Arial"/>
                <a:sym typeface="Arial"/>
              </a:rPr>
              <a:t>Improvement coincides with time on and off efgartigimod treatment. For Stage A responders, mean efficacy scores on efgartigimod in ADHERE+ were better than at ADHERE run-in baseline.</a:t>
            </a:r>
            <a:endParaRPr/>
          </a:p>
        </p:txBody>
      </p:sp>
      <p:sp>
        <p:nvSpPr>
          <p:cNvPr id="364" name="Google Shape;364;p8"/>
          <p:cNvSpPr txBox="1"/>
          <p:nvPr/>
        </p:nvSpPr>
        <p:spPr>
          <a:xfrm>
            <a:off x="263525" y="434266"/>
            <a:ext cx="11296363" cy="524917"/>
          </a:xfrm>
          <a:prstGeom prst="rect">
            <a:avLst/>
          </a:prstGeom>
          <a:noFill/>
          <a:ln>
            <a:noFill/>
          </a:ln>
        </p:spPr>
        <p:txBody>
          <a:bodyPr anchorCtr="0" anchor="b" bIns="0" lIns="0" spcFirstLastPara="1" rIns="0" wrap="square" tIns="0">
            <a:noAutofit/>
          </a:bodyPr>
          <a:lstStyle/>
          <a:p>
            <a:pPr indent="0" lvl="0" marL="0" marR="0" rtl="0" algn="l">
              <a:lnSpc>
                <a:spcPct val="90000"/>
              </a:lnSpc>
              <a:spcBef>
                <a:spcPts val="0"/>
              </a:spcBef>
              <a:spcAft>
                <a:spcPts val="0"/>
              </a:spcAft>
              <a:buClr>
                <a:schemeClr val="accent1"/>
              </a:buClr>
              <a:buSzPts val="2400"/>
              <a:buFont typeface="Arial"/>
              <a:buNone/>
            </a:pPr>
            <a:r>
              <a:rPr lang="en-US" sz="2400">
                <a:solidFill>
                  <a:schemeClr val="accent5"/>
                </a:solidFill>
                <a:latin typeface="Arial"/>
                <a:ea typeface="Arial"/>
                <a:cs typeface="Arial"/>
                <a:sym typeface="Arial"/>
              </a:rPr>
              <a:t>Among ADHERE Stage A Responders, Efgartigimod PH20 SC Treatment </a:t>
            </a:r>
            <a:br>
              <a:rPr lang="en-US" sz="2400">
                <a:solidFill>
                  <a:schemeClr val="accent5"/>
                </a:solidFill>
                <a:latin typeface="Arial"/>
                <a:ea typeface="Arial"/>
                <a:cs typeface="Arial"/>
                <a:sym typeface="Arial"/>
              </a:rPr>
            </a:br>
            <a:r>
              <a:rPr lang="en-US" sz="2400">
                <a:solidFill>
                  <a:schemeClr val="accent5"/>
                </a:solidFill>
                <a:latin typeface="Arial"/>
                <a:ea typeface="Arial"/>
                <a:cs typeface="Arial"/>
                <a:sym typeface="Arial"/>
              </a:rPr>
              <a:t>Resulted in CMI in Dominant Hand Grip Strength</a:t>
            </a:r>
            <a:r>
              <a:rPr baseline="30000" lang="en-US" sz="2400">
                <a:solidFill>
                  <a:schemeClr val="accent5"/>
                </a:solidFill>
                <a:latin typeface="Arial"/>
                <a:ea typeface="Arial"/>
                <a:cs typeface="Arial"/>
                <a:sym typeface="Arial"/>
              </a:rPr>
              <a:t>a</a:t>
            </a:r>
            <a:r>
              <a:rPr lang="en-US" sz="2400">
                <a:solidFill>
                  <a:schemeClr val="accent5"/>
                </a:solidFill>
                <a:latin typeface="Arial"/>
                <a:ea typeface="Arial"/>
                <a:cs typeface="Arial"/>
                <a:sym typeface="Arial"/>
              </a:rPr>
              <a:t> in ADHERE+</a:t>
            </a:r>
            <a:endParaRPr sz="2400">
              <a:solidFill>
                <a:schemeClr val="accent5"/>
              </a:solidFill>
              <a:latin typeface="Arial"/>
              <a:ea typeface="Arial"/>
              <a:cs typeface="Arial"/>
              <a:sym typeface="Arial"/>
            </a:endParaRPr>
          </a:p>
        </p:txBody>
      </p:sp>
      <p:sp>
        <p:nvSpPr>
          <p:cNvPr id="365" name="Google Shape;365;p8"/>
          <p:cNvSpPr/>
          <p:nvPr/>
        </p:nvSpPr>
        <p:spPr>
          <a:xfrm rot="-5400000">
            <a:off x="10545656" y="1897092"/>
            <a:ext cx="1608485" cy="474720"/>
          </a:xfrm>
          <a:prstGeom prst="rightArrow">
            <a:avLst>
              <a:gd fmla="val 50000" name="adj1"/>
              <a:gd fmla="val 50000" name="adj2"/>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100">
                <a:solidFill>
                  <a:schemeClr val="lt1"/>
                </a:solidFill>
                <a:latin typeface="Arial"/>
                <a:ea typeface="Arial"/>
                <a:cs typeface="Arial"/>
                <a:sym typeface="Arial"/>
              </a:rPr>
              <a:t>IMPROVEMENT</a:t>
            </a:r>
            <a:endParaRPr/>
          </a:p>
        </p:txBody>
      </p:sp>
      <p:grpSp>
        <p:nvGrpSpPr>
          <p:cNvPr id="366" name="Google Shape;366;p8"/>
          <p:cNvGrpSpPr/>
          <p:nvPr/>
        </p:nvGrpSpPr>
        <p:grpSpPr>
          <a:xfrm>
            <a:off x="688456" y="3317236"/>
            <a:ext cx="9532777" cy="636116"/>
            <a:chOff x="688456" y="3402299"/>
            <a:chExt cx="9532777" cy="636116"/>
          </a:xfrm>
        </p:grpSpPr>
        <p:sp>
          <p:nvSpPr>
            <p:cNvPr id="367" name="Google Shape;367;p8"/>
            <p:cNvSpPr txBox="1"/>
            <p:nvPr/>
          </p:nvSpPr>
          <p:spPr>
            <a:xfrm>
              <a:off x="932954" y="3746028"/>
              <a:ext cx="994183"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rgbClr val="868682"/>
                  </a:solidFill>
                  <a:latin typeface="Arial"/>
                  <a:ea typeface="Arial"/>
                  <a:cs typeface="Arial"/>
                  <a:sym typeface="Arial"/>
                </a:rPr>
                <a:t>Placebo SC</a:t>
              </a:r>
              <a:endParaRPr/>
            </a:p>
          </p:txBody>
        </p:sp>
        <p:sp>
          <p:nvSpPr>
            <p:cNvPr id="368" name="Google Shape;368;p8"/>
            <p:cNvSpPr txBox="1"/>
            <p:nvPr/>
          </p:nvSpPr>
          <p:spPr>
            <a:xfrm>
              <a:off x="921041" y="3402299"/>
              <a:ext cx="172835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Participants, n</a:t>
              </a:r>
              <a:endParaRPr/>
            </a:p>
            <a:p>
              <a:pPr indent="0" lvl="0" marL="0" marR="0" rtl="0" algn="r">
                <a:spcBef>
                  <a:spcPts val="0"/>
                </a:spcBef>
                <a:spcAft>
                  <a:spcPts val="0"/>
                </a:spcAft>
                <a:buNone/>
              </a:pPr>
              <a:r>
                <a:rPr lang="en-US" sz="1200">
                  <a:solidFill>
                    <a:schemeClr val="accent1"/>
                  </a:solidFill>
                  <a:latin typeface="Arial"/>
                  <a:ea typeface="Arial"/>
                  <a:cs typeface="Arial"/>
                  <a:sym typeface="Arial"/>
                </a:rPr>
                <a:t>Efgartigimod PH20 SC</a:t>
              </a:r>
              <a:endParaRPr/>
            </a:p>
          </p:txBody>
        </p:sp>
        <p:sp>
          <p:nvSpPr>
            <p:cNvPr id="369" name="Google Shape;369;p8"/>
            <p:cNvSpPr txBox="1"/>
            <p:nvPr/>
          </p:nvSpPr>
          <p:spPr>
            <a:xfrm>
              <a:off x="2898036"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97</a:t>
              </a:r>
              <a:endParaRPr/>
            </a:p>
          </p:txBody>
        </p:sp>
        <p:sp>
          <p:nvSpPr>
            <p:cNvPr id="370" name="Google Shape;370;p8"/>
            <p:cNvSpPr txBox="1"/>
            <p:nvPr/>
          </p:nvSpPr>
          <p:spPr>
            <a:xfrm>
              <a:off x="4102950"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97</a:t>
              </a:r>
              <a:endParaRPr/>
            </a:p>
          </p:txBody>
        </p:sp>
        <p:sp>
          <p:nvSpPr>
            <p:cNvPr id="371" name="Google Shape;371;p8"/>
            <p:cNvSpPr txBox="1"/>
            <p:nvPr/>
          </p:nvSpPr>
          <p:spPr>
            <a:xfrm>
              <a:off x="5286431"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97</a:t>
              </a:r>
              <a:endParaRPr/>
            </a:p>
          </p:txBody>
        </p:sp>
        <p:sp>
          <p:nvSpPr>
            <p:cNvPr id="372" name="Google Shape;372;p8"/>
            <p:cNvSpPr txBox="1"/>
            <p:nvPr/>
          </p:nvSpPr>
          <p:spPr>
            <a:xfrm>
              <a:off x="6479440"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97</a:t>
              </a:r>
              <a:endParaRPr/>
            </a:p>
          </p:txBody>
        </p:sp>
        <p:sp>
          <p:nvSpPr>
            <p:cNvPr id="373" name="Google Shape;373;p8"/>
            <p:cNvSpPr txBox="1"/>
            <p:nvPr/>
          </p:nvSpPr>
          <p:spPr>
            <a:xfrm>
              <a:off x="7662921"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85</a:t>
              </a:r>
              <a:endParaRPr/>
            </a:p>
          </p:txBody>
        </p:sp>
        <p:sp>
          <p:nvSpPr>
            <p:cNvPr id="374" name="Google Shape;374;p8"/>
            <p:cNvSpPr txBox="1"/>
            <p:nvPr/>
          </p:nvSpPr>
          <p:spPr>
            <a:xfrm>
              <a:off x="8863071"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78</a:t>
              </a:r>
              <a:endParaRPr/>
            </a:p>
          </p:txBody>
        </p:sp>
        <p:sp>
          <p:nvSpPr>
            <p:cNvPr id="375" name="Google Shape;375;p8"/>
            <p:cNvSpPr txBox="1"/>
            <p:nvPr/>
          </p:nvSpPr>
          <p:spPr>
            <a:xfrm>
              <a:off x="10051314" y="3633131"/>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chemeClr val="accent1"/>
                  </a:solidFill>
                  <a:latin typeface="Arial"/>
                  <a:ea typeface="Arial"/>
                  <a:cs typeface="Arial"/>
                  <a:sym typeface="Arial"/>
                </a:rPr>
                <a:t>76</a:t>
              </a:r>
              <a:endParaRPr/>
            </a:p>
          </p:txBody>
        </p:sp>
        <p:sp>
          <p:nvSpPr>
            <p:cNvPr id="376" name="Google Shape;376;p8"/>
            <p:cNvSpPr txBox="1"/>
            <p:nvPr/>
          </p:nvSpPr>
          <p:spPr>
            <a:xfrm>
              <a:off x="2898036"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94</a:t>
              </a:r>
              <a:endParaRPr/>
            </a:p>
          </p:txBody>
        </p:sp>
        <p:sp>
          <p:nvSpPr>
            <p:cNvPr id="377" name="Google Shape;377;p8"/>
            <p:cNvSpPr txBox="1"/>
            <p:nvPr/>
          </p:nvSpPr>
          <p:spPr>
            <a:xfrm>
              <a:off x="4102950"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94</a:t>
              </a:r>
              <a:endParaRPr/>
            </a:p>
          </p:txBody>
        </p:sp>
        <p:sp>
          <p:nvSpPr>
            <p:cNvPr id="378" name="Google Shape;378;p8"/>
            <p:cNvSpPr txBox="1"/>
            <p:nvPr/>
          </p:nvSpPr>
          <p:spPr>
            <a:xfrm>
              <a:off x="5286431"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94</a:t>
              </a:r>
              <a:endParaRPr/>
            </a:p>
          </p:txBody>
        </p:sp>
        <p:sp>
          <p:nvSpPr>
            <p:cNvPr id="379" name="Google Shape;379;p8"/>
            <p:cNvSpPr txBox="1"/>
            <p:nvPr/>
          </p:nvSpPr>
          <p:spPr>
            <a:xfrm>
              <a:off x="6479440"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93</a:t>
              </a:r>
              <a:endParaRPr/>
            </a:p>
          </p:txBody>
        </p:sp>
        <p:sp>
          <p:nvSpPr>
            <p:cNvPr id="380" name="Google Shape;380;p8"/>
            <p:cNvSpPr txBox="1"/>
            <p:nvPr/>
          </p:nvSpPr>
          <p:spPr>
            <a:xfrm>
              <a:off x="7662921"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78</a:t>
              </a:r>
              <a:endParaRPr/>
            </a:p>
          </p:txBody>
        </p:sp>
        <p:sp>
          <p:nvSpPr>
            <p:cNvPr id="381" name="Google Shape;381;p8"/>
            <p:cNvSpPr txBox="1"/>
            <p:nvPr/>
          </p:nvSpPr>
          <p:spPr>
            <a:xfrm>
              <a:off x="8863071"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78</a:t>
              </a:r>
              <a:endParaRPr/>
            </a:p>
          </p:txBody>
        </p:sp>
        <p:sp>
          <p:nvSpPr>
            <p:cNvPr id="382" name="Google Shape;382;p8"/>
            <p:cNvSpPr txBox="1"/>
            <p:nvPr/>
          </p:nvSpPr>
          <p:spPr>
            <a:xfrm>
              <a:off x="10051314" y="3807583"/>
              <a:ext cx="169919" cy="230832"/>
            </a:xfrm>
            <a:prstGeom prst="rect">
              <a:avLst/>
            </a:prstGeom>
            <a:noFill/>
            <a:ln>
              <a:noFill/>
            </a:ln>
          </p:spPr>
          <p:txBody>
            <a:bodyPr anchorCtr="0" anchor="t" bIns="45700" lIns="0" spcFirstLastPara="1" rIns="0" wrap="square" tIns="0">
              <a:spAutoFit/>
            </a:bodyPr>
            <a:lstStyle/>
            <a:p>
              <a:pPr indent="0" lvl="0" marL="0" marR="0" rtl="0" algn="ctr">
                <a:spcBef>
                  <a:spcPts val="0"/>
                </a:spcBef>
                <a:spcAft>
                  <a:spcPts val="0"/>
                </a:spcAft>
                <a:buNone/>
              </a:pPr>
              <a:r>
                <a:rPr lang="en-US" sz="1200">
                  <a:solidFill>
                    <a:srgbClr val="868682"/>
                  </a:solidFill>
                  <a:latin typeface="Arial"/>
                  <a:ea typeface="Arial"/>
                  <a:cs typeface="Arial"/>
                  <a:sym typeface="Arial"/>
                </a:rPr>
                <a:t>73</a:t>
              </a:r>
              <a:endParaRPr/>
            </a:p>
          </p:txBody>
        </p:sp>
        <p:cxnSp>
          <p:nvCxnSpPr>
            <p:cNvPr id="383" name="Google Shape;383;p8"/>
            <p:cNvCxnSpPr/>
            <p:nvPr/>
          </p:nvCxnSpPr>
          <p:spPr>
            <a:xfrm rot="10800000">
              <a:off x="688456" y="3892191"/>
              <a:ext cx="320374" cy="0"/>
            </a:xfrm>
            <a:prstGeom prst="straightConnector1">
              <a:avLst/>
            </a:prstGeom>
            <a:noFill/>
            <a:ln cap="flat" cmpd="sng" w="25400">
              <a:solidFill>
                <a:srgbClr val="868682"/>
              </a:solidFill>
              <a:prstDash val="solid"/>
              <a:miter lim="800000"/>
              <a:headEnd len="sm" w="sm" type="none"/>
              <a:tailEnd len="sm" w="sm" type="none"/>
            </a:ln>
          </p:spPr>
        </p:cxnSp>
        <p:sp>
          <p:nvSpPr>
            <p:cNvPr id="384" name="Google Shape;384;p8"/>
            <p:cNvSpPr/>
            <p:nvPr/>
          </p:nvSpPr>
          <p:spPr>
            <a:xfrm>
              <a:off x="811933" y="3855481"/>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cxnSp>
          <p:nvCxnSpPr>
            <p:cNvPr id="385" name="Google Shape;385;p8"/>
            <p:cNvCxnSpPr/>
            <p:nvPr/>
          </p:nvCxnSpPr>
          <p:spPr>
            <a:xfrm rot="10800000">
              <a:off x="688456" y="3708644"/>
              <a:ext cx="320374" cy="0"/>
            </a:xfrm>
            <a:prstGeom prst="straightConnector1">
              <a:avLst/>
            </a:prstGeom>
            <a:noFill/>
            <a:ln cap="flat" cmpd="sng" w="25400">
              <a:solidFill>
                <a:schemeClr val="accent1"/>
              </a:solidFill>
              <a:prstDash val="solid"/>
              <a:miter lim="800000"/>
              <a:headEnd len="sm" w="sm" type="none"/>
              <a:tailEnd len="sm" w="sm" type="none"/>
            </a:ln>
          </p:spPr>
        </p:cxnSp>
        <p:sp>
          <p:nvSpPr>
            <p:cNvPr id="386" name="Google Shape;386;p8"/>
            <p:cNvSpPr/>
            <p:nvPr/>
          </p:nvSpPr>
          <p:spPr>
            <a:xfrm>
              <a:off x="811933" y="3671934"/>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grpSp>
        <p:nvGrpSpPr>
          <p:cNvPr id="387" name="Google Shape;387;p8"/>
          <p:cNvGrpSpPr/>
          <p:nvPr/>
        </p:nvGrpSpPr>
        <p:grpSpPr>
          <a:xfrm>
            <a:off x="1170952" y="1190071"/>
            <a:ext cx="9735103" cy="2372971"/>
            <a:chOff x="1170952" y="1328299"/>
            <a:chExt cx="9735103" cy="2372971"/>
          </a:xfrm>
        </p:grpSpPr>
        <p:sp>
          <p:nvSpPr>
            <p:cNvPr id="388" name="Google Shape;388;p8"/>
            <p:cNvSpPr/>
            <p:nvPr/>
          </p:nvSpPr>
          <p:spPr>
            <a:xfrm>
              <a:off x="2195895" y="1688075"/>
              <a:ext cx="1995105" cy="137493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389" name="Google Shape;389;p8"/>
            <p:cNvSpPr/>
            <p:nvPr/>
          </p:nvSpPr>
          <p:spPr>
            <a:xfrm>
              <a:off x="4191001" y="1688075"/>
              <a:ext cx="1181100" cy="1374938"/>
            </a:xfrm>
            <a:prstGeom prst="rect">
              <a:avLst/>
            </a:prstGeom>
            <a:solidFill>
              <a:srgbClr val="E8F3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390" name="Google Shape;390;p8"/>
            <p:cNvSpPr/>
            <p:nvPr/>
          </p:nvSpPr>
          <p:spPr>
            <a:xfrm>
              <a:off x="5372100" y="1688075"/>
              <a:ext cx="1189038" cy="1374938"/>
            </a:xfrm>
            <a:prstGeom prst="rect">
              <a:avLst/>
            </a:prstGeom>
            <a:solidFill>
              <a:srgbClr val="D9D9D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391" name="Google Shape;391;p8"/>
            <p:cNvSpPr/>
            <p:nvPr/>
          </p:nvSpPr>
          <p:spPr>
            <a:xfrm>
              <a:off x="6561137" y="1688075"/>
              <a:ext cx="4344917" cy="1374938"/>
            </a:xfrm>
            <a:prstGeom prst="rect">
              <a:avLst/>
            </a:prstGeom>
            <a:solidFill>
              <a:srgbClr val="E8F3D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392" name="Google Shape;392;p8"/>
            <p:cNvSpPr/>
            <p:nvPr/>
          </p:nvSpPr>
          <p:spPr>
            <a:xfrm>
              <a:off x="2189212" y="1681962"/>
              <a:ext cx="8716835" cy="1388286"/>
            </a:xfrm>
            <a:custGeom>
              <a:rect b="b" l="l" r="r" t="t"/>
              <a:pathLst>
                <a:path extrusionOk="0" h="1388286" w="8716835">
                  <a:moveTo>
                    <a:pt x="0" y="0"/>
                  </a:moveTo>
                  <a:lnTo>
                    <a:pt x="0" y="1388286"/>
                  </a:lnTo>
                  <a:lnTo>
                    <a:pt x="8716835" y="1388286"/>
                  </a:lnTo>
                </a:path>
              </a:pathLst>
            </a:custGeom>
            <a:noFill/>
            <a:ln cap="flat" cmpd="sng" w="12700">
              <a:solidFill>
                <a:srgbClr val="3D52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393" name="Google Shape;393;p8"/>
            <p:cNvSpPr txBox="1"/>
            <p:nvPr/>
          </p:nvSpPr>
          <p:spPr>
            <a:xfrm>
              <a:off x="1820491" y="2974720"/>
              <a:ext cx="221214" cy="184666"/>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-10</a:t>
              </a:r>
              <a:endParaRPr/>
            </a:p>
          </p:txBody>
        </p:sp>
        <p:cxnSp>
          <p:nvCxnSpPr>
            <p:cNvPr id="394" name="Google Shape;394;p8"/>
            <p:cNvCxnSpPr/>
            <p:nvPr/>
          </p:nvCxnSpPr>
          <p:spPr>
            <a:xfrm rot="10800000">
              <a:off x="2127304" y="3067050"/>
              <a:ext cx="64008" cy="0"/>
            </a:xfrm>
            <a:prstGeom prst="straightConnector1">
              <a:avLst/>
            </a:prstGeom>
            <a:noFill/>
            <a:ln cap="flat" cmpd="sng" w="12700">
              <a:solidFill>
                <a:schemeClr val="dk1"/>
              </a:solidFill>
              <a:prstDash val="solid"/>
              <a:miter lim="800000"/>
              <a:headEnd len="sm" w="sm" type="none"/>
              <a:tailEnd len="sm" w="sm" type="none"/>
            </a:ln>
          </p:spPr>
        </p:cxnSp>
        <p:sp>
          <p:nvSpPr>
            <p:cNvPr id="395" name="Google Shape;395;p8"/>
            <p:cNvSpPr txBox="1"/>
            <p:nvPr/>
          </p:nvSpPr>
          <p:spPr>
            <a:xfrm>
              <a:off x="1956745" y="2522283"/>
              <a:ext cx="84960" cy="184666"/>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0</a:t>
              </a:r>
              <a:endParaRPr/>
            </a:p>
          </p:txBody>
        </p:sp>
        <p:cxnSp>
          <p:nvCxnSpPr>
            <p:cNvPr id="396" name="Google Shape;396;p8"/>
            <p:cNvCxnSpPr/>
            <p:nvPr/>
          </p:nvCxnSpPr>
          <p:spPr>
            <a:xfrm rot="10800000">
              <a:off x="2127304" y="2614613"/>
              <a:ext cx="64008" cy="0"/>
            </a:xfrm>
            <a:prstGeom prst="straightConnector1">
              <a:avLst/>
            </a:prstGeom>
            <a:noFill/>
            <a:ln cap="flat" cmpd="sng" w="12700">
              <a:solidFill>
                <a:schemeClr val="dk1"/>
              </a:solidFill>
              <a:prstDash val="solid"/>
              <a:miter lim="800000"/>
              <a:headEnd len="sm" w="sm" type="none"/>
              <a:tailEnd len="sm" w="sm" type="none"/>
            </a:ln>
          </p:spPr>
        </p:cxnSp>
        <p:sp>
          <p:nvSpPr>
            <p:cNvPr id="397" name="Google Shape;397;p8"/>
            <p:cNvSpPr txBox="1"/>
            <p:nvPr/>
          </p:nvSpPr>
          <p:spPr>
            <a:xfrm>
              <a:off x="1871787" y="2067464"/>
              <a:ext cx="169918" cy="184666"/>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10</a:t>
              </a:r>
              <a:endParaRPr/>
            </a:p>
          </p:txBody>
        </p:sp>
        <p:cxnSp>
          <p:nvCxnSpPr>
            <p:cNvPr id="398" name="Google Shape;398;p8"/>
            <p:cNvCxnSpPr/>
            <p:nvPr/>
          </p:nvCxnSpPr>
          <p:spPr>
            <a:xfrm rot="10800000">
              <a:off x="2127304" y="2159794"/>
              <a:ext cx="64008" cy="0"/>
            </a:xfrm>
            <a:prstGeom prst="straightConnector1">
              <a:avLst/>
            </a:prstGeom>
            <a:noFill/>
            <a:ln cap="flat" cmpd="sng" w="12700">
              <a:solidFill>
                <a:schemeClr val="dk1"/>
              </a:solidFill>
              <a:prstDash val="solid"/>
              <a:miter lim="800000"/>
              <a:headEnd len="sm" w="sm" type="none"/>
              <a:tailEnd len="sm" w="sm" type="none"/>
            </a:ln>
          </p:spPr>
        </p:cxnSp>
        <p:sp>
          <p:nvSpPr>
            <p:cNvPr id="399" name="Google Shape;399;p8"/>
            <p:cNvSpPr txBox="1"/>
            <p:nvPr/>
          </p:nvSpPr>
          <p:spPr>
            <a:xfrm>
              <a:off x="1871787" y="1605502"/>
              <a:ext cx="169918" cy="184666"/>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20</a:t>
              </a:r>
              <a:endParaRPr/>
            </a:p>
          </p:txBody>
        </p:sp>
        <p:cxnSp>
          <p:nvCxnSpPr>
            <p:cNvPr id="400" name="Google Shape;400;p8"/>
            <p:cNvCxnSpPr/>
            <p:nvPr/>
          </p:nvCxnSpPr>
          <p:spPr>
            <a:xfrm rot="10800000">
              <a:off x="2127304" y="1697832"/>
              <a:ext cx="64008" cy="0"/>
            </a:xfrm>
            <a:prstGeom prst="straightConnector1">
              <a:avLst/>
            </a:prstGeom>
            <a:noFill/>
            <a:ln cap="flat" cmpd="sng" w="12700">
              <a:solidFill>
                <a:schemeClr val="dk1"/>
              </a:solidFill>
              <a:prstDash val="solid"/>
              <a:miter lim="800000"/>
              <a:headEnd len="sm" w="sm" type="none"/>
              <a:tailEnd len="sm" w="sm" type="none"/>
            </a:ln>
          </p:spPr>
        </p:cxnSp>
        <p:cxnSp>
          <p:nvCxnSpPr>
            <p:cNvPr id="401" name="Google Shape;401;p8"/>
            <p:cNvCxnSpPr/>
            <p:nvPr/>
          </p:nvCxnSpPr>
          <p:spPr>
            <a:xfrm rot="-5400000">
              <a:off x="2950991"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02" name="Google Shape;402;p8"/>
            <p:cNvSpPr txBox="1"/>
            <p:nvPr/>
          </p:nvSpPr>
          <p:spPr>
            <a:xfrm>
              <a:off x="2442783" y="3147271"/>
              <a:ext cx="1080425"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Run-in baseline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03" name="Google Shape;403;p8"/>
            <p:cNvCxnSpPr/>
            <p:nvPr/>
          </p:nvCxnSpPr>
          <p:spPr>
            <a:xfrm rot="-5400000">
              <a:off x="4155904"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04" name="Google Shape;404;p8"/>
            <p:cNvSpPr txBox="1"/>
            <p:nvPr/>
          </p:nvSpPr>
          <p:spPr>
            <a:xfrm>
              <a:off x="3608072" y="3147271"/>
              <a:ext cx="1159676"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Stage A baseline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05" name="Google Shape;405;p8"/>
            <p:cNvCxnSpPr/>
            <p:nvPr/>
          </p:nvCxnSpPr>
          <p:spPr>
            <a:xfrm rot="-5400000">
              <a:off x="5339385"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06" name="Google Shape;406;p8"/>
            <p:cNvSpPr txBox="1"/>
            <p:nvPr/>
          </p:nvSpPr>
          <p:spPr>
            <a:xfrm>
              <a:off x="4783088" y="3147271"/>
              <a:ext cx="1176604"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Stage B baseline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07" name="Google Shape;407;p8"/>
            <p:cNvCxnSpPr/>
            <p:nvPr/>
          </p:nvCxnSpPr>
          <p:spPr>
            <a:xfrm rot="-5400000">
              <a:off x="6532391"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08" name="Google Shape;408;p8"/>
            <p:cNvSpPr txBox="1"/>
            <p:nvPr/>
          </p:nvSpPr>
          <p:spPr>
            <a:xfrm>
              <a:off x="6124374" y="3147271"/>
              <a:ext cx="880049" cy="55399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Stage B last </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assessment </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09" name="Google Shape;409;p8"/>
            <p:cNvCxnSpPr/>
            <p:nvPr/>
          </p:nvCxnSpPr>
          <p:spPr>
            <a:xfrm rot="-5400000">
              <a:off x="7715873"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10" name="Google Shape;410;p8"/>
            <p:cNvSpPr txBox="1"/>
            <p:nvPr/>
          </p:nvSpPr>
          <p:spPr>
            <a:xfrm>
              <a:off x="7383197" y="3147271"/>
              <a:ext cx="729367"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Week 12</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11" name="Google Shape;411;p8"/>
            <p:cNvCxnSpPr/>
            <p:nvPr/>
          </p:nvCxnSpPr>
          <p:spPr>
            <a:xfrm rot="-5400000">
              <a:off x="8916023"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12" name="Google Shape;412;p8"/>
            <p:cNvSpPr txBox="1"/>
            <p:nvPr/>
          </p:nvSpPr>
          <p:spPr>
            <a:xfrm>
              <a:off x="8583347" y="3147271"/>
              <a:ext cx="729367"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Week 24</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cxnSp>
          <p:nvCxnSpPr>
            <p:cNvPr id="413" name="Google Shape;413;p8"/>
            <p:cNvCxnSpPr/>
            <p:nvPr/>
          </p:nvCxnSpPr>
          <p:spPr>
            <a:xfrm rot="-5400000">
              <a:off x="10104266" y="3098578"/>
              <a:ext cx="64008" cy="0"/>
            </a:xfrm>
            <a:prstGeom prst="straightConnector1">
              <a:avLst/>
            </a:prstGeom>
            <a:noFill/>
            <a:ln cap="flat" cmpd="sng" w="12700">
              <a:solidFill>
                <a:schemeClr val="dk1"/>
              </a:solidFill>
              <a:prstDash val="solid"/>
              <a:miter lim="800000"/>
              <a:headEnd len="sm" w="sm" type="none"/>
              <a:tailEnd len="sm" w="sm" type="none"/>
            </a:ln>
          </p:spPr>
        </p:cxnSp>
        <p:sp>
          <p:nvSpPr>
            <p:cNvPr id="414" name="Google Shape;414;p8"/>
            <p:cNvSpPr txBox="1"/>
            <p:nvPr/>
          </p:nvSpPr>
          <p:spPr>
            <a:xfrm>
              <a:off x="9771590" y="3147271"/>
              <a:ext cx="729367"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Week 36</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ADHERE+</a:t>
              </a:r>
              <a:endParaRPr/>
            </a:p>
          </p:txBody>
        </p:sp>
        <p:sp>
          <p:nvSpPr>
            <p:cNvPr id="415" name="Google Shape;415;p8"/>
            <p:cNvSpPr txBox="1"/>
            <p:nvPr/>
          </p:nvSpPr>
          <p:spPr>
            <a:xfrm rot="-5400000">
              <a:off x="381152" y="2118098"/>
              <a:ext cx="2133597" cy="55399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Mean (SE) change from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run-in baseline grip strength </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(dominant had), kPA</a:t>
              </a:r>
              <a:endParaRPr b="1" sz="1200">
                <a:solidFill>
                  <a:schemeClr val="dk1"/>
                </a:solidFill>
                <a:latin typeface="Arial"/>
                <a:ea typeface="Arial"/>
                <a:cs typeface="Arial"/>
                <a:sym typeface="Arial"/>
              </a:endParaRPr>
            </a:p>
          </p:txBody>
        </p:sp>
        <p:sp>
          <p:nvSpPr>
            <p:cNvPr id="416" name="Google Shape;416;p8"/>
            <p:cNvSpPr/>
            <p:nvPr/>
          </p:nvSpPr>
          <p:spPr>
            <a:xfrm>
              <a:off x="2985247" y="1834179"/>
              <a:ext cx="7164593" cy="1140310"/>
            </a:xfrm>
            <a:custGeom>
              <a:rect b="b" l="l" r="r" t="t"/>
              <a:pathLst>
                <a:path extrusionOk="0" h="1140310" w="7164593">
                  <a:moveTo>
                    <a:pt x="0" y="785308"/>
                  </a:moveTo>
                  <a:lnTo>
                    <a:pt x="1199478" y="1140310"/>
                  </a:lnTo>
                  <a:lnTo>
                    <a:pt x="2396934" y="342463"/>
                  </a:lnTo>
                  <a:lnTo>
                    <a:pt x="3566160" y="796066"/>
                  </a:lnTo>
                  <a:lnTo>
                    <a:pt x="4771017" y="188259"/>
                  </a:lnTo>
                  <a:lnTo>
                    <a:pt x="4771017" y="188259"/>
                  </a:lnTo>
                  <a:lnTo>
                    <a:pt x="5965115" y="0"/>
                  </a:lnTo>
                  <a:lnTo>
                    <a:pt x="7164593" y="26894"/>
                  </a:lnTo>
                </a:path>
              </a:pathLst>
            </a:custGeom>
            <a:noFill/>
            <a:ln cap="flat" cmpd="sng" w="19050">
              <a:solidFill>
                <a:srgbClr val="86868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17" name="Google Shape;417;p8"/>
            <p:cNvSpPr/>
            <p:nvPr/>
          </p:nvSpPr>
          <p:spPr>
            <a:xfrm>
              <a:off x="2943798" y="2584890"/>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18" name="Google Shape;418;p8"/>
            <p:cNvSpPr/>
            <p:nvPr/>
          </p:nvSpPr>
          <p:spPr>
            <a:xfrm>
              <a:off x="4154290" y="2934342"/>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19" name="Google Shape;419;p8"/>
            <p:cNvGrpSpPr/>
            <p:nvPr/>
          </p:nvGrpSpPr>
          <p:grpSpPr>
            <a:xfrm>
              <a:off x="5316770" y="2082151"/>
              <a:ext cx="110660" cy="174727"/>
              <a:chOff x="4493373" y="1927811"/>
              <a:chExt cx="110660" cy="160166"/>
            </a:xfrm>
          </p:grpSpPr>
          <p:cxnSp>
            <p:nvCxnSpPr>
              <p:cNvPr id="420" name="Google Shape;420;p8"/>
              <p:cNvCxnSpPr/>
              <p:nvPr/>
            </p:nvCxnSpPr>
            <p:spPr>
              <a:xfrm>
                <a:off x="4493373" y="1927811"/>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21" name="Google Shape;421;p8"/>
              <p:cNvCxnSpPr/>
              <p:nvPr/>
            </p:nvCxnSpPr>
            <p:spPr>
              <a:xfrm>
                <a:off x="4493373" y="2087977"/>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22" name="Google Shape;422;p8"/>
              <p:cNvCxnSpPr/>
              <p:nvPr/>
            </p:nvCxnSpPr>
            <p:spPr>
              <a:xfrm>
                <a:off x="4548703" y="1927811"/>
                <a:ext cx="0" cy="157254"/>
              </a:xfrm>
              <a:prstGeom prst="straightConnector1">
                <a:avLst/>
              </a:prstGeom>
              <a:noFill/>
              <a:ln cap="flat" cmpd="sng" w="12700">
                <a:solidFill>
                  <a:srgbClr val="868682"/>
                </a:solidFill>
                <a:prstDash val="solid"/>
                <a:miter lim="800000"/>
                <a:headEnd len="sm" w="sm" type="none"/>
                <a:tailEnd len="sm" w="sm" type="none"/>
              </a:ln>
            </p:spPr>
          </p:cxnSp>
        </p:grpSp>
        <p:sp>
          <p:nvSpPr>
            <p:cNvPr id="423" name="Google Shape;423;p8"/>
            <p:cNvSpPr/>
            <p:nvPr/>
          </p:nvSpPr>
          <p:spPr>
            <a:xfrm>
              <a:off x="5335390" y="2150986"/>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24" name="Google Shape;424;p8"/>
            <p:cNvGrpSpPr/>
            <p:nvPr/>
          </p:nvGrpSpPr>
          <p:grpSpPr>
            <a:xfrm>
              <a:off x="6505808" y="2524790"/>
              <a:ext cx="110660" cy="206762"/>
              <a:chOff x="4493373" y="1927811"/>
              <a:chExt cx="110660" cy="160166"/>
            </a:xfrm>
          </p:grpSpPr>
          <p:cxnSp>
            <p:nvCxnSpPr>
              <p:cNvPr id="425" name="Google Shape;425;p8"/>
              <p:cNvCxnSpPr/>
              <p:nvPr/>
            </p:nvCxnSpPr>
            <p:spPr>
              <a:xfrm>
                <a:off x="4493373" y="1927811"/>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26" name="Google Shape;426;p8"/>
              <p:cNvCxnSpPr/>
              <p:nvPr/>
            </p:nvCxnSpPr>
            <p:spPr>
              <a:xfrm>
                <a:off x="4493373" y="2087977"/>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27" name="Google Shape;427;p8"/>
              <p:cNvCxnSpPr/>
              <p:nvPr/>
            </p:nvCxnSpPr>
            <p:spPr>
              <a:xfrm>
                <a:off x="4548703" y="1927811"/>
                <a:ext cx="0" cy="157254"/>
              </a:xfrm>
              <a:prstGeom prst="straightConnector1">
                <a:avLst/>
              </a:prstGeom>
              <a:noFill/>
              <a:ln cap="flat" cmpd="sng" w="12700">
                <a:solidFill>
                  <a:srgbClr val="868682"/>
                </a:solidFill>
                <a:prstDash val="solid"/>
                <a:miter lim="800000"/>
                <a:headEnd len="sm" w="sm" type="none"/>
                <a:tailEnd len="sm" w="sm" type="none"/>
              </a:ln>
            </p:spPr>
          </p:cxnSp>
        </p:grpSp>
        <p:sp>
          <p:nvSpPr>
            <p:cNvPr id="428" name="Google Shape;428;p8"/>
            <p:cNvSpPr/>
            <p:nvPr/>
          </p:nvSpPr>
          <p:spPr>
            <a:xfrm>
              <a:off x="6524428" y="2593625"/>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29" name="Google Shape;429;p8"/>
            <p:cNvGrpSpPr/>
            <p:nvPr/>
          </p:nvGrpSpPr>
          <p:grpSpPr>
            <a:xfrm>
              <a:off x="7690083" y="1884131"/>
              <a:ext cx="110660" cy="238792"/>
              <a:chOff x="4493373" y="1927811"/>
              <a:chExt cx="110660" cy="160166"/>
            </a:xfrm>
          </p:grpSpPr>
          <p:cxnSp>
            <p:nvCxnSpPr>
              <p:cNvPr id="430" name="Google Shape;430;p8"/>
              <p:cNvCxnSpPr/>
              <p:nvPr/>
            </p:nvCxnSpPr>
            <p:spPr>
              <a:xfrm>
                <a:off x="4493373" y="1927811"/>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31" name="Google Shape;431;p8"/>
              <p:cNvCxnSpPr/>
              <p:nvPr/>
            </p:nvCxnSpPr>
            <p:spPr>
              <a:xfrm>
                <a:off x="4493373" y="2087977"/>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32" name="Google Shape;432;p8"/>
              <p:cNvCxnSpPr/>
              <p:nvPr/>
            </p:nvCxnSpPr>
            <p:spPr>
              <a:xfrm>
                <a:off x="4548703" y="1927811"/>
                <a:ext cx="0" cy="157254"/>
              </a:xfrm>
              <a:prstGeom prst="straightConnector1">
                <a:avLst/>
              </a:prstGeom>
              <a:noFill/>
              <a:ln cap="flat" cmpd="sng" w="12700">
                <a:solidFill>
                  <a:srgbClr val="868682"/>
                </a:solidFill>
                <a:prstDash val="solid"/>
                <a:miter lim="800000"/>
                <a:headEnd len="sm" w="sm" type="none"/>
                <a:tailEnd len="sm" w="sm" type="none"/>
              </a:ln>
            </p:spPr>
          </p:cxnSp>
        </p:grpSp>
        <p:sp>
          <p:nvSpPr>
            <p:cNvPr id="433" name="Google Shape;433;p8"/>
            <p:cNvSpPr/>
            <p:nvPr/>
          </p:nvSpPr>
          <p:spPr>
            <a:xfrm>
              <a:off x="7708703" y="1979172"/>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34" name="Google Shape;434;p8"/>
            <p:cNvGrpSpPr/>
            <p:nvPr/>
          </p:nvGrpSpPr>
          <p:grpSpPr>
            <a:xfrm>
              <a:off x="8889869" y="1686107"/>
              <a:ext cx="110660" cy="294121"/>
              <a:chOff x="4493373" y="1927811"/>
              <a:chExt cx="110660" cy="160166"/>
            </a:xfrm>
          </p:grpSpPr>
          <p:cxnSp>
            <p:nvCxnSpPr>
              <p:cNvPr id="435" name="Google Shape;435;p8"/>
              <p:cNvCxnSpPr/>
              <p:nvPr/>
            </p:nvCxnSpPr>
            <p:spPr>
              <a:xfrm>
                <a:off x="4493373" y="1927811"/>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36" name="Google Shape;436;p8"/>
              <p:cNvCxnSpPr/>
              <p:nvPr/>
            </p:nvCxnSpPr>
            <p:spPr>
              <a:xfrm>
                <a:off x="4493373" y="2087977"/>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37" name="Google Shape;437;p8"/>
              <p:cNvCxnSpPr/>
              <p:nvPr/>
            </p:nvCxnSpPr>
            <p:spPr>
              <a:xfrm>
                <a:off x="4548703" y="1927811"/>
                <a:ext cx="0" cy="157254"/>
              </a:xfrm>
              <a:prstGeom prst="straightConnector1">
                <a:avLst/>
              </a:prstGeom>
              <a:noFill/>
              <a:ln cap="flat" cmpd="sng" w="12700">
                <a:solidFill>
                  <a:srgbClr val="868682"/>
                </a:solidFill>
                <a:prstDash val="solid"/>
                <a:miter lim="800000"/>
                <a:headEnd len="sm" w="sm" type="none"/>
                <a:tailEnd len="sm" w="sm" type="none"/>
              </a:ln>
            </p:spPr>
          </p:cxnSp>
        </p:grpSp>
        <p:sp>
          <p:nvSpPr>
            <p:cNvPr id="438" name="Google Shape;438;p8"/>
            <p:cNvSpPr/>
            <p:nvPr/>
          </p:nvSpPr>
          <p:spPr>
            <a:xfrm>
              <a:off x="8908489" y="1801533"/>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39" name="Google Shape;439;p8"/>
            <p:cNvGrpSpPr/>
            <p:nvPr/>
          </p:nvGrpSpPr>
          <p:grpSpPr>
            <a:xfrm>
              <a:off x="10079270" y="1709404"/>
              <a:ext cx="110660" cy="294121"/>
              <a:chOff x="4493373" y="1927811"/>
              <a:chExt cx="110660" cy="160166"/>
            </a:xfrm>
          </p:grpSpPr>
          <p:cxnSp>
            <p:nvCxnSpPr>
              <p:cNvPr id="440" name="Google Shape;440;p8"/>
              <p:cNvCxnSpPr/>
              <p:nvPr/>
            </p:nvCxnSpPr>
            <p:spPr>
              <a:xfrm>
                <a:off x="4493373" y="1927811"/>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41" name="Google Shape;441;p8"/>
              <p:cNvCxnSpPr/>
              <p:nvPr/>
            </p:nvCxnSpPr>
            <p:spPr>
              <a:xfrm>
                <a:off x="4493373" y="2087977"/>
                <a:ext cx="110660" cy="0"/>
              </a:xfrm>
              <a:prstGeom prst="straightConnector1">
                <a:avLst/>
              </a:prstGeom>
              <a:noFill/>
              <a:ln cap="flat" cmpd="sng" w="12700">
                <a:solidFill>
                  <a:srgbClr val="868682"/>
                </a:solidFill>
                <a:prstDash val="solid"/>
                <a:miter lim="800000"/>
                <a:headEnd len="sm" w="sm" type="none"/>
                <a:tailEnd len="sm" w="sm" type="none"/>
              </a:ln>
            </p:spPr>
          </p:cxnSp>
          <p:cxnSp>
            <p:nvCxnSpPr>
              <p:cNvPr id="442" name="Google Shape;442;p8"/>
              <p:cNvCxnSpPr/>
              <p:nvPr/>
            </p:nvCxnSpPr>
            <p:spPr>
              <a:xfrm>
                <a:off x="4548703" y="1927811"/>
                <a:ext cx="0" cy="157254"/>
              </a:xfrm>
              <a:prstGeom prst="straightConnector1">
                <a:avLst/>
              </a:prstGeom>
              <a:noFill/>
              <a:ln cap="flat" cmpd="sng" w="12700">
                <a:solidFill>
                  <a:srgbClr val="868682"/>
                </a:solidFill>
                <a:prstDash val="solid"/>
                <a:miter lim="800000"/>
                <a:headEnd len="sm" w="sm" type="none"/>
                <a:tailEnd len="sm" w="sm" type="none"/>
              </a:ln>
            </p:spPr>
          </p:cxnSp>
        </p:grpSp>
        <p:sp>
          <p:nvSpPr>
            <p:cNvPr id="443" name="Google Shape;443;p8"/>
            <p:cNvSpPr/>
            <p:nvPr/>
          </p:nvSpPr>
          <p:spPr>
            <a:xfrm>
              <a:off x="10097890" y="1824830"/>
              <a:ext cx="73420" cy="73420"/>
            </a:xfrm>
            <a:prstGeom prst="rect">
              <a:avLst/>
            </a:prstGeom>
            <a:solidFill>
              <a:srgbClr val="86868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44" name="Google Shape;444;p8"/>
            <p:cNvSpPr/>
            <p:nvPr/>
          </p:nvSpPr>
          <p:spPr>
            <a:xfrm>
              <a:off x="2974554" y="1784733"/>
              <a:ext cx="7175653" cy="1193494"/>
            </a:xfrm>
            <a:custGeom>
              <a:rect b="b" l="l" r="r" t="t"/>
              <a:pathLst>
                <a:path extrusionOk="0" h="1193494" w="7175653">
                  <a:moveTo>
                    <a:pt x="0" y="826265"/>
                  </a:moveTo>
                  <a:lnTo>
                    <a:pt x="1222873" y="1193494"/>
                  </a:lnTo>
                  <a:lnTo>
                    <a:pt x="2398005" y="411296"/>
                  </a:lnTo>
                  <a:lnTo>
                    <a:pt x="3591499" y="286438"/>
                  </a:lnTo>
                  <a:lnTo>
                    <a:pt x="4781321" y="165253"/>
                  </a:lnTo>
                  <a:lnTo>
                    <a:pt x="5978487" y="36722"/>
                  </a:lnTo>
                  <a:lnTo>
                    <a:pt x="7175653" y="0"/>
                  </a:lnTo>
                </a:path>
              </a:pathLst>
            </a:custGeom>
            <a:noFill/>
            <a:ln cap="flat" cmpd="sng" w="254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45" name="Google Shape;445;p8"/>
            <p:cNvSpPr/>
            <p:nvPr/>
          </p:nvSpPr>
          <p:spPr>
            <a:xfrm>
              <a:off x="2935090" y="2592488"/>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46" name="Google Shape;446;p8"/>
            <p:cNvSpPr/>
            <p:nvPr/>
          </p:nvSpPr>
          <p:spPr>
            <a:xfrm>
              <a:off x="4154290" y="2950742"/>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47" name="Google Shape;447;p8"/>
            <p:cNvGrpSpPr/>
            <p:nvPr/>
          </p:nvGrpSpPr>
          <p:grpSpPr>
            <a:xfrm>
              <a:off x="4135670" y="2941093"/>
              <a:ext cx="110660" cy="82334"/>
              <a:chOff x="4493373" y="1927811"/>
              <a:chExt cx="110660" cy="160166"/>
            </a:xfrm>
          </p:grpSpPr>
          <p:cxnSp>
            <p:nvCxnSpPr>
              <p:cNvPr id="448" name="Google Shape;448;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49" name="Google Shape;449;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50" name="Google Shape;450;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grpSp>
          <p:nvGrpSpPr>
            <p:cNvPr id="451" name="Google Shape;451;p8"/>
            <p:cNvGrpSpPr/>
            <p:nvPr/>
          </p:nvGrpSpPr>
          <p:grpSpPr>
            <a:xfrm>
              <a:off x="5316770" y="2122227"/>
              <a:ext cx="110660" cy="163354"/>
              <a:chOff x="4493373" y="1927811"/>
              <a:chExt cx="110660" cy="160166"/>
            </a:xfrm>
          </p:grpSpPr>
          <p:cxnSp>
            <p:nvCxnSpPr>
              <p:cNvPr id="452" name="Google Shape;452;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53" name="Google Shape;453;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54" name="Google Shape;454;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grpSp>
          <p:nvGrpSpPr>
            <p:cNvPr id="455" name="Google Shape;455;p8"/>
            <p:cNvGrpSpPr/>
            <p:nvPr/>
          </p:nvGrpSpPr>
          <p:grpSpPr>
            <a:xfrm>
              <a:off x="6505808" y="1968688"/>
              <a:ext cx="110660" cy="211541"/>
              <a:chOff x="4493373" y="1927811"/>
              <a:chExt cx="110660" cy="160166"/>
            </a:xfrm>
          </p:grpSpPr>
          <p:cxnSp>
            <p:nvCxnSpPr>
              <p:cNvPr id="456" name="Google Shape;456;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57" name="Google Shape;457;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58" name="Google Shape;458;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grpSp>
          <p:nvGrpSpPr>
            <p:cNvPr id="459" name="Google Shape;459;p8"/>
            <p:cNvGrpSpPr/>
            <p:nvPr/>
          </p:nvGrpSpPr>
          <p:grpSpPr>
            <a:xfrm>
              <a:off x="5316770" y="2129050"/>
              <a:ext cx="110660" cy="156950"/>
              <a:chOff x="4493373" y="1927811"/>
              <a:chExt cx="110660" cy="160166"/>
            </a:xfrm>
          </p:grpSpPr>
          <p:cxnSp>
            <p:nvCxnSpPr>
              <p:cNvPr id="460" name="Google Shape;460;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61" name="Google Shape;461;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62" name="Google Shape;462;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sp>
          <p:nvSpPr>
            <p:cNvPr id="463" name="Google Shape;463;p8"/>
            <p:cNvSpPr/>
            <p:nvPr/>
          </p:nvSpPr>
          <p:spPr>
            <a:xfrm>
              <a:off x="5335390" y="2159171"/>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64" name="Google Shape;464;p8"/>
            <p:cNvSpPr/>
            <p:nvPr/>
          </p:nvSpPr>
          <p:spPr>
            <a:xfrm>
              <a:off x="6524428" y="2029517"/>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65" name="Google Shape;465;p8"/>
            <p:cNvGrpSpPr/>
            <p:nvPr/>
          </p:nvGrpSpPr>
          <p:grpSpPr>
            <a:xfrm>
              <a:off x="7690083" y="1842446"/>
              <a:ext cx="110660" cy="231623"/>
              <a:chOff x="4493373" y="1927811"/>
              <a:chExt cx="110660" cy="160166"/>
            </a:xfrm>
          </p:grpSpPr>
          <p:cxnSp>
            <p:nvCxnSpPr>
              <p:cNvPr id="466" name="Google Shape;466;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67" name="Google Shape;467;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68" name="Google Shape;468;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sp>
          <p:nvSpPr>
            <p:cNvPr id="469" name="Google Shape;469;p8"/>
            <p:cNvSpPr/>
            <p:nvPr/>
          </p:nvSpPr>
          <p:spPr>
            <a:xfrm>
              <a:off x="7708703" y="1903275"/>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70" name="Google Shape;470;p8"/>
            <p:cNvGrpSpPr/>
            <p:nvPr/>
          </p:nvGrpSpPr>
          <p:grpSpPr>
            <a:xfrm>
              <a:off x="8894497" y="1716204"/>
              <a:ext cx="110660" cy="211541"/>
              <a:chOff x="4493373" y="1927811"/>
              <a:chExt cx="110660" cy="160166"/>
            </a:xfrm>
          </p:grpSpPr>
          <p:cxnSp>
            <p:nvCxnSpPr>
              <p:cNvPr id="471" name="Google Shape;471;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72" name="Google Shape;472;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73" name="Google Shape;473;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sp>
          <p:nvSpPr>
            <p:cNvPr id="474" name="Google Shape;474;p8"/>
            <p:cNvSpPr/>
            <p:nvPr/>
          </p:nvSpPr>
          <p:spPr>
            <a:xfrm>
              <a:off x="8913117" y="1777033"/>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grpSp>
          <p:nvGrpSpPr>
            <p:cNvPr id="475" name="Google Shape;475;p8"/>
            <p:cNvGrpSpPr/>
            <p:nvPr/>
          </p:nvGrpSpPr>
          <p:grpSpPr>
            <a:xfrm>
              <a:off x="10079270" y="1666875"/>
              <a:ext cx="110660" cy="243811"/>
              <a:chOff x="4493373" y="1927811"/>
              <a:chExt cx="110660" cy="160166"/>
            </a:xfrm>
          </p:grpSpPr>
          <p:cxnSp>
            <p:nvCxnSpPr>
              <p:cNvPr id="476" name="Google Shape;476;p8"/>
              <p:cNvCxnSpPr/>
              <p:nvPr/>
            </p:nvCxnSpPr>
            <p:spPr>
              <a:xfrm>
                <a:off x="4493373" y="1927811"/>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77" name="Google Shape;477;p8"/>
              <p:cNvCxnSpPr/>
              <p:nvPr/>
            </p:nvCxnSpPr>
            <p:spPr>
              <a:xfrm>
                <a:off x="4493373" y="2087977"/>
                <a:ext cx="110660" cy="0"/>
              </a:xfrm>
              <a:prstGeom prst="straightConnector1">
                <a:avLst/>
              </a:prstGeom>
              <a:noFill/>
              <a:ln cap="flat" cmpd="sng" w="12700">
                <a:solidFill>
                  <a:schemeClr val="accent1"/>
                </a:solidFill>
                <a:prstDash val="solid"/>
                <a:miter lim="800000"/>
                <a:headEnd len="sm" w="sm" type="none"/>
                <a:tailEnd len="sm" w="sm" type="none"/>
              </a:ln>
            </p:spPr>
          </p:cxnSp>
          <p:cxnSp>
            <p:nvCxnSpPr>
              <p:cNvPr id="478" name="Google Shape;478;p8"/>
              <p:cNvCxnSpPr/>
              <p:nvPr/>
            </p:nvCxnSpPr>
            <p:spPr>
              <a:xfrm>
                <a:off x="4548703" y="1927811"/>
                <a:ext cx="0" cy="157254"/>
              </a:xfrm>
              <a:prstGeom prst="straightConnector1">
                <a:avLst/>
              </a:prstGeom>
              <a:noFill/>
              <a:ln cap="flat" cmpd="sng" w="12700">
                <a:solidFill>
                  <a:schemeClr val="accent1"/>
                </a:solidFill>
                <a:prstDash val="solid"/>
                <a:miter lim="800000"/>
                <a:headEnd len="sm" w="sm" type="none"/>
                <a:tailEnd len="sm" w="sm" type="none"/>
              </a:ln>
            </p:spPr>
          </p:cxnSp>
        </p:grpSp>
        <p:sp>
          <p:nvSpPr>
            <p:cNvPr id="479" name="Google Shape;479;p8"/>
            <p:cNvSpPr/>
            <p:nvPr/>
          </p:nvSpPr>
          <p:spPr>
            <a:xfrm>
              <a:off x="10097890" y="1759974"/>
              <a:ext cx="73420" cy="73420"/>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Arial"/>
                <a:ea typeface="Arial"/>
                <a:cs typeface="Arial"/>
                <a:sym typeface="Arial"/>
              </a:endParaRPr>
            </a:p>
          </p:txBody>
        </p:sp>
        <p:sp>
          <p:nvSpPr>
            <p:cNvPr id="480" name="Google Shape;480;p8"/>
            <p:cNvSpPr txBox="1"/>
            <p:nvPr/>
          </p:nvSpPr>
          <p:spPr>
            <a:xfrm>
              <a:off x="4428860" y="2708604"/>
              <a:ext cx="847989" cy="36933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Stage A</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Open-Label</a:t>
              </a:r>
              <a:endParaRPr/>
            </a:p>
          </p:txBody>
        </p:sp>
        <p:sp>
          <p:nvSpPr>
            <p:cNvPr id="481" name="Google Shape;481;p8"/>
            <p:cNvSpPr txBox="1"/>
            <p:nvPr/>
          </p:nvSpPr>
          <p:spPr>
            <a:xfrm>
              <a:off x="5579700" y="2544083"/>
              <a:ext cx="771045" cy="55399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Stage B</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Placebo-</a:t>
              </a:r>
              <a:br>
                <a:rPr b="1" lang="en-US" sz="1200">
                  <a:solidFill>
                    <a:schemeClr val="dk1"/>
                  </a:solidFill>
                  <a:latin typeface="Arial"/>
                  <a:ea typeface="Arial"/>
                  <a:cs typeface="Arial"/>
                  <a:sym typeface="Arial"/>
                </a:rPr>
              </a:br>
              <a:r>
                <a:rPr b="1" lang="en-US" sz="1200">
                  <a:solidFill>
                    <a:schemeClr val="dk1"/>
                  </a:solidFill>
                  <a:latin typeface="Arial"/>
                  <a:ea typeface="Arial"/>
                  <a:cs typeface="Arial"/>
                  <a:sym typeface="Arial"/>
                </a:rPr>
                <a:t>Controlled</a:t>
              </a:r>
              <a:endParaRPr/>
            </a:p>
          </p:txBody>
        </p:sp>
        <p:sp>
          <p:nvSpPr>
            <p:cNvPr id="482" name="Google Shape;482;p8"/>
            <p:cNvSpPr txBox="1"/>
            <p:nvPr/>
          </p:nvSpPr>
          <p:spPr>
            <a:xfrm>
              <a:off x="7901577" y="2840244"/>
              <a:ext cx="1627048"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Open-Label Extension</a:t>
              </a:r>
              <a:endParaRPr/>
            </a:p>
          </p:txBody>
        </p:sp>
        <p:sp>
          <p:nvSpPr>
            <p:cNvPr id="483" name="Google Shape;483;p8"/>
            <p:cNvSpPr txBox="1"/>
            <p:nvPr/>
          </p:nvSpPr>
          <p:spPr>
            <a:xfrm>
              <a:off x="3523208" y="1424521"/>
              <a:ext cx="5550351"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(Treatment assignment refers to participant treatment during stage B of AHERE)</a:t>
              </a:r>
              <a:endParaRPr/>
            </a:p>
          </p:txBody>
        </p:sp>
      </p:grpSp>
      <p:sp>
        <p:nvSpPr>
          <p:cNvPr id="484" name="Google Shape;484;p8"/>
          <p:cNvSpPr/>
          <p:nvPr/>
        </p:nvSpPr>
        <p:spPr>
          <a:xfrm>
            <a:off x="2815311" y="2302756"/>
            <a:ext cx="330200" cy="330200"/>
          </a:xfrm>
          <a:prstGeom prst="ellipse">
            <a:avLst/>
          </a:prstGeom>
          <a:noFill/>
          <a:ln cap="flat" cmpd="sng" w="25400">
            <a:solidFill>
              <a:srgbClr val="FC8D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5" name="Google Shape;485;p8"/>
          <p:cNvSpPr/>
          <p:nvPr/>
        </p:nvSpPr>
        <p:spPr>
          <a:xfrm>
            <a:off x="5203438" y="1887195"/>
            <a:ext cx="330200" cy="330200"/>
          </a:xfrm>
          <a:prstGeom prst="ellipse">
            <a:avLst/>
          </a:prstGeom>
          <a:noFill/>
          <a:ln cap="flat" cmpd="sng" w="25400">
            <a:solidFill>
              <a:srgbClr val="FC8D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6" name="Google Shape;486;p8"/>
          <p:cNvSpPr/>
          <p:nvPr/>
        </p:nvSpPr>
        <p:spPr>
          <a:xfrm>
            <a:off x="9915591" y="1470959"/>
            <a:ext cx="443552" cy="443552"/>
          </a:xfrm>
          <a:prstGeom prst="ellipse">
            <a:avLst/>
          </a:prstGeom>
          <a:noFill/>
          <a:ln cap="flat" cmpd="sng" w="25400">
            <a:solidFill>
              <a:srgbClr val="FC8D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9"/>
          <p:cNvSpPr txBox="1"/>
          <p:nvPr>
            <p:ph type="title"/>
          </p:nvPr>
        </p:nvSpPr>
        <p:spPr>
          <a:xfrm>
            <a:off x="265176" y="357806"/>
            <a:ext cx="9396984" cy="1005840"/>
          </a:xfrm>
          <a:prstGeom prst="rect">
            <a:avLst/>
          </a:prstGeom>
          <a:solidFill>
            <a:schemeClr val="lt1"/>
          </a:solid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3200"/>
              <a:buFont typeface="Arial"/>
              <a:buNone/>
            </a:pPr>
            <a:r>
              <a:rPr lang="en-US"/>
              <a:t>Speed of Response</a:t>
            </a:r>
            <a:endParaRPr/>
          </a:p>
        </p:txBody>
      </p:sp>
      <p:cxnSp>
        <p:nvCxnSpPr>
          <p:cNvPr id="492" name="Google Shape;492;p9"/>
          <p:cNvCxnSpPr/>
          <p:nvPr/>
        </p:nvCxnSpPr>
        <p:spPr>
          <a:xfrm>
            <a:off x="0" y="-435110"/>
            <a:ext cx="9845841" cy="40104"/>
          </a:xfrm>
          <a:prstGeom prst="straightConnector1">
            <a:avLst/>
          </a:prstGeom>
          <a:noFill/>
          <a:ln cap="flat" cmpd="sng" w="12700">
            <a:solidFill>
              <a:schemeClr val="accent1"/>
            </a:solidFill>
            <a:prstDash val="solid"/>
            <a:miter lim="800000"/>
            <a:headEnd len="sm" w="sm" type="none"/>
            <a:tailEnd len="sm" w="sm" type="none"/>
          </a:ln>
        </p:spPr>
      </p:cxnSp>
      <p:graphicFrame>
        <p:nvGraphicFramePr>
          <p:cNvPr id="493" name="Google Shape;493;p9"/>
          <p:cNvGraphicFramePr/>
          <p:nvPr/>
        </p:nvGraphicFramePr>
        <p:xfrm>
          <a:off x="7665774" y="1526102"/>
          <a:ext cx="3000000" cy="3000000"/>
        </p:xfrm>
        <a:graphic>
          <a:graphicData uri="http://schemas.openxmlformats.org/drawingml/2006/table">
            <a:tbl>
              <a:tblPr>
                <a:noFill/>
                <a:tableStyleId>{ECB4CF92-2935-480C-A46C-4E5A207A8724}</a:tableStyleId>
              </a:tblPr>
              <a:tblGrid>
                <a:gridCol w="1488300"/>
                <a:gridCol w="927825"/>
                <a:gridCol w="927825"/>
                <a:gridCol w="927825"/>
              </a:tblGrid>
              <a:tr h="437650">
                <a:tc>
                  <a:txBody>
                    <a:bodyPr/>
                    <a:lstStyle/>
                    <a:p>
                      <a:pPr indent="0" lvl="0" marL="0" marR="0" rtl="0" algn="ctr">
                        <a:spcBef>
                          <a:spcPts val="0"/>
                        </a:spcBef>
                        <a:spcAft>
                          <a:spcPts val="0"/>
                        </a:spcAft>
                        <a:buClr>
                          <a:schemeClr val="dk1"/>
                        </a:buClr>
                        <a:buSzPts val="1200"/>
                        <a:buFont typeface="Arial"/>
                        <a:buNone/>
                      </a:pPr>
                      <a:r>
                        <a:t/>
                      </a:r>
                      <a:endParaRPr b="0" sz="1200">
                        <a:solidFill>
                          <a:schemeClr val="dk1"/>
                        </a:solidFill>
                      </a:endParaRPr>
                    </a:p>
                  </a:txBody>
                  <a:tcPr marT="0" marB="0" marR="0" marL="91450" anchor="ctr">
                    <a:lnL cap="flat" cmpd="sng" w="9525">
                      <a:solidFill>
                        <a:srgbClr val="000000">
                          <a:alpha val="0"/>
                        </a:srgbClr>
                      </a:solidFill>
                      <a:prstDash val="solid"/>
                      <a:round/>
                      <a:headEnd len="sm" w="sm" type="none"/>
                      <a:tailEnd len="sm" w="sm" type="none"/>
                    </a:lnL>
                    <a:lnR cap="flat" cmpd="sng" w="12700">
                      <a:solidFill>
                        <a:srgbClr val="DEDEDE"/>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b="1" lang="en-US" sz="1200">
                          <a:solidFill>
                            <a:schemeClr val="dk1"/>
                          </a:solidFill>
                        </a:rPr>
                        <a:t>25%</a:t>
                      </a:r>
                      <a:endParaRPr b="1" sz="1200">
                        <a:solidFill>
                          <a:schemeClr val="dk1"/>
                        </a:solidFill>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b="1" lang="en-US" sz="1200">
                          <a:solidFill>
                            <a:schemeClr val="dk1"/>
                          </a:solidFill>
                        </a:rPr>
                        <a:t>50%</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b="1" lang="en-US" sz="1200">
                          <a:solidFill>
                            <a:schemeClr val="dk1"/>
                          </a:solidFill>
                        </a:rPr>
                        <a:t>75%</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590825">
                <a:tc>
                  <a:txBody>
                    <a:bodyPr/>
                    <a:lstStyle/>
                    <a:p>
                      <a:pPr indent="0" lvl="0" marL="0" marR="0" rtl="0" algn="l">
                        <a:lnSpc>
                          <a:spcPct val="90000"/>
                        </a:lnSpc>
                        <a:spcBef>
                          <a:spcPts val="0"/>
                        </a:spcBef>
                        <a:spcAft>
                          <a:spcPts val="0"/>
                        </a:spcAft>
                        <a:buNone/>
                      </a:pPr>
                      <a:r>
                        <a:rPr b="0" lang="en-US" sz="1200">
                          <a:solidFill>
                            <a:schemeClr val="lt1"/>
                          </a:solidFill>
                        </a:rPr>
                        <a:t>Time to 8-kPA MGS improvement in either hand</a:t>
                      </a:r>
                      <a:endParaRPr/>
                    </a:p>
                  </a:txBody>
                  <a:tcPr marT="0" marB="0" marR="45725"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316786"/>
                    </a:solidFill>
                  </a:tcPr>
                </a:tc>
                <a:tc>
                  <a:txBody>
                    <a:bodyPr/>
                    <a:lstStyle/>
                    <a:p>
                      <a:pPr indent="0" lvl="0" marL="0" marR="0" rtl="0" algn="ctr">
                        <a:lnSpc>
                          <a:spcPct val="90000"/>
                        </a:lnSpc>
                        <a:spcBef>
                          <a:spcPts val="0"/>
                        </a:spcBef>
                        <a:spcAft>
                          <a:spcPts val="0"/>
                        </a:spcAft>
                        <a:buClr>
                          <a:schemeClr val="dk1"/>
                        </a:buClr>
                        <a:buSzPts val="1200"/>
                        <a:buFont typeface="Arial"/>
                        <a:buNone/>
                      </a:pPr>
                      <a:r>
                        <a:rPr lang="en-US" sz="1200"/>
                        <a:t>1.4 </a:t>
                      </a:r>
                      <a:br>
                        <a:rPr lang="en-US" sz="1200"/>
                      </a:br>
                      <a:r>
                        <a:rPr lang="en-US" sz="1200"/>
                        <a:t>(1.3, 2.1)</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4.1</a:t>
                      </a:r>
                      <a:endParaRPr sz="1200"/>
                    </a:p>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(3.1, 5.4)</a:t>
                      </a:r>
                      <a:endParaRPr sz="1200"/>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23.1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(10.1, NA)</a:t>
                      </a:r>
                      <a:endParaRPr sz="1200"/>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596300">
                <a:tc>
                  <a:txBody>
                    <a:bodyPr/>
                    <a:lstStyle/>
                    <a:p>
                      <a:pPr indent="0" lvl="0" marL="0" marR="0" rtl="0" algn="l">
                        <a:lnSpc>
                          <a:spcPct val="90000"/>
                        </a:lnSpc>
                        <a:spcBef>
                          <a:spcPts val="0"/>
                        </a:spcBef>
                        <a:spcAft>
                          <a:spcPts val="0"/>
                        </a:spcAft>
                        <a:buClr>
                          <a:schemeClr val="lt1"/>
                        </a:buClr>
                        <a:buSzPts val="1200"/>
                        <a:buFont typeface="Arial"/>
                        <a:buNone/>
                      </a:pPr>
                      <a:r>
                        <a:rPr b="0" lang="en-US" sz="1200">
                          <a:solidFill>
                            <a:schemeClr val="lt1"/>
                          </a:solidFill>
                        </a:rPr>
                        <a:t>Time to 16-kPA MGS improvement in either hand</a:t>
                      </a:r>
                      <a:endParaRPr b="0" sz="1200">
                        <a:solidFill>
                          <a:schemeClr val="lt1"/>
                        </a:solidFill>
                      </a:endParaRPr>
                    </a:p>
                  </a:txBody>
                  <a:tcPr marT="0" marB="0" marR="45725"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A23D94"/>
                    </a:solidFill>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3.1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(2.4, 4.1)</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13.0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(10.1, 29.4)</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NA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(NA, NA)</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590825">
                <a:tc>
                  <a:txBody>
                    <a:bodyPr/>
                    <a:lstStyle/>
                    <a:p>
                      <a:pPr indent="0" lvl="0" marL="0" marR="0" rtl="0" algn="l">
                        <a:lnSpc>
                          <a:spcPct val="90000"/>
                        </a:lnSpc>
                        <a:spcBef>
                          <a:spcPts val="0"/>
                        </a:spcBef>
                        <a:spcAft>
                          <a:spcPts val="0"/>
                        </a:spcAft>
                        <a:buNone/>
                      </a:pPr>
                      <a:r>
                        <a:rPr b="0" lang="en-US" sz="1200">
                          <a:solidFill>
                            <a:schemeClr val="lt1"/>
                          </a:solidFill>
                        </a:rPr>
                        <a:t>Time to 1-point aINCAT Improvement</a:t>
                      </a:r>
                      <a:endParaRPr/>
                    </a:p>
                  </a:txBody>
                  <a:tcPr marT="0" marB="0" marR="45725"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rgbClr val="FC8D59"/>
                    </a:solidFill>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2.1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(2.1, 3.1)</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8.1 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(6.1, 9.5)</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rgbClr val="000000"/>
                        </a:buClr>
                        <a:buSzPts val="1200"/>
                        <a:buFont typeface="Arial"/>
                        <a:buNone/>
                      </a:pPr>
                      <a:r>
                        <a:rPr b="0" i="0" lang="en-US" sz="1200" u="none" strike="noStrike">
                          <a:solidFill>
                            <a:srgbClr val="000000"/>
                          </a:solidFill>
                          <a:latin typeface="Arial"/>
                          <a:ea typeface="Arial"/>
                          <a:cs typeface="Arial"/>
                          <a:sym typeface="Arial"/>
                        </a:rPr>
                        <a:t>16.1 </a:t>
                      </a:r>
                      <a:br>
                        <a:rPr b="0" i="0" lang="en-US" sz="1200" u="none" strike="noStrike">
                          <a:solidFill>
                            <a:srgbClr val="000000"/>
                          </a:solidFill>
                          <a:latin typeface="Arial"/>
                          <a:ea typeface="Arial"/>
                          <a:cs typeface="Arial"/>
                          <a:sym typeface="Arial"/>
                        </a:rPr>
                      </a:br>
                      <a:r>
                        <a:rPr b="0" i="0" lang="en-US" sz="1200" u="none" strike="noStrike">
                          <a:solidFill>
                            <a:srgbClr val="000000"/>
                          </a:solidFill>
                          <a:latin typeface="Arial"/>
                          <a:ea typeface="Arial"/>
                          <a:cs typeface="Arial"/>
                          <a:sym typeface="Arial"/>
                        </a:rPr>
                        <a:t>(12.1, 38.3)</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r h="590825">
                <a:tc>
                  <a:txBody>
                    <a:bodyPr/>
                    <a:lstStyle/>
                    <a:p>
                      <a:pPr indent="0" lvl="0" marL="0" marR="0" rtl="0" algn="l">
                        <a:lnSpc>
                          <a:spcPct val="90000"/>
                        </a:lnSpc>
                        <a:spcBef>
                          <a:spcPts val="0"/>
                        </a:spcBef>
                        <a:spcAft>
                          <a:spcPts val="0"/>
                        </a:spcAft>
                        <a:buClr>
                          <a:srgbClr val="000000"/>
                        </a:buClr>
                        <a:buSzPts val="1200"/>
                        <a:buFont typeface="Arial"/>
                        <a:buNone/>
                      </a:pPr>
                      <a:r>
                        <a:rPr b="0" lang="en-US" sz="1200">
                          <a:solidFill>
                            <a:schemeClr val="lt1"/>
                          </a:solidFill>
                        </a:rPr>
                        <a:t>Time to 4-point </a:t>
                      </a:r>
                      <a:br>
                        <a:rPr b="0" lang="en-US" sz="1200">
                          <a:solidFill>
                            <a:schemeClr val="lt1"/>
                          </a:solidFill>
                        </a:rPr>
                      </a:br>
                      <a:r>
                        <a:rPr b="0" lang="en-US" sz="1200">
                          <a:solidFill>
                            <a:schemeClr val="lt1"/>
                          </a:solidFill>
                        </a:rPr>
                        <a:t>I-RODS improvement</a:t>
                      </a:r>
                      <a:endParaRPr/>
                    </a:p>
                  </a:txBody>
                  <a:tcPr marT="0" marB="0" marR="45725"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solidFill>
                      <a:schemeClr val="accent5"/>
                    </a:solidFill>
                  </a:tcPr>
                </a:tc>
                <a:tc>
                  <a:txBody>
                    <a:bodyPr/>
                    <a:lstStyle/>
                    <a:p>
                      <a:pPr indent="0" lvl="0" marL="0" marR="0" rtl="0" algn="ctr">
                        <a:lnSpc>
                          <a:spcPct val="90000"/>
                        </a:lnSpc>
                        <a:spcBef>
                          <a:spcPts val="0"/>
                        </a:spcBef>
                        <a:spcAft>
                          <a:spcPts val="0"/>
                        </a:spcAft>
                        <a:buClr>
                          <a:schemeClr val="dk1"/>
                        </a:buClr>
                        <a:buSzPts val="1200"/>
                        <a:buFont typeface="Arial"/>
                        <a:buNone/>
                      </a:pPr>
                      <a:r>
                        <a:rPr lang="en-US" sz="1200"/>
                        <a:t>2.1</a:t>
                      </a:r>
                      <a:endParaRPr/>
                    </a:p>
                    <a:p>
                      <a:pPr indent="0" lvl="0" marL="0" marR="0" rtl="0" algn="ctr">
                        <a:lnSpc>
                          <a:spcPct val="90000"/>
                        </a:lnSpc>
                        <a:spcBef>
                          <a:spcPts val="0"/>
                        </a:spcBef>
                        <a:spcAft>
                          <a:spcPts val="0"/>
                        </a:spcAft>
                        <a:buClr>
                          <a:schemeClr val="dk1"/>
                        </a:buClr>
                        <a:buSzPts val="1200"/>
                        <a:buFont typeface="Arial"/>
                        <a:buNone/>
                      </a:pPr>
                      <a:r>
                        <a:rPr lang="en-US" sz="1200"/>
                        <a:t>(2.1, 2.3)</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chemeClr val="dk1"/>
                        </a:buClr>
                        <a:buSzPts val="1200"/>
                        <a:buFont typeface="Arial"/>
                        <a:buNone/>
                      </a:pPr>
                      <a:r>
                        <a:rPr lang="en-US" sz="1200"/>
                        <a:t>6.1</a:t>
                      </a:r>
                      <a:endParaRPr/>
                    </a:p>
                    <a:p>
                      <a:pPr indent="0" lvl="0" marL="0" marR="0" rtl="0" algn="ctr">
                        <a:lnSpc>
                          <a:spcPct val="90000"/>
                        </a:lnSpc>
                        <a:spcBef>
                          <a:spcPts val="0"/>
                        </a:spcBef>
                        <a:spcAft>
                          <a:spcPts val="0"/>
                        </a:spcAft>
                        <a:buClr>
                          <a:schemeClr val="dk1"/>
                        </a:buClr>
                        <a:buSzPts val="1200"/>
                        <a:buFont typeface="Arial"/>
                        <a:buNone/>
                      </a:pPr>
                      <a:r>
                        <a:rPr lang="en-US" sz="1200"/>
                        <a:t>(4.1, 7.4)</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c>
                  <a:txBody>
                    <a:bodyPr/>
                    <a:lstStyle/>
                    <a:p>
                      <a:pPr indent="0" lvl="0" marL="0" marR="0" rtl="0" algn="ctr">
                        <a:lnSpc>
                          <a:spcPct val="90000"/>
                        </a:lnSpc>
                        <a:spcBef>
                          <a:spcPts val="0"/>
                        </a:spcBef>
                        <a:spcAft>
                          <a:spcPts val="0"/>
                        </a:spcAft>
                        <a:buClr>
                          <a:schemeClr val="dk1"/>
                        </a:buClr>
                        <a:buSzPts val="1200"/>
                        <a:buFont typeface="Arial"/>
                        <a:buNone/>
                      </a:pPr>
                      <a:r>
                        <a:rPr lang="en-US" sz="1200"/>
                        <a:t>12.1 </a:t>
                      </a:r>
                      <a:endParaRPr/>
                    </a:p>
                    <a:p>
                      <a:pPr indent="0" lvl="0" marL="0" marR="0" rtl="0" algn="ctr">
                        <a:lnSpc>
                          <a:spcPct val="90000"/>
                        </a:lnSpc>
                        <a:spcBef>
                          <a:spcPts val="0"/>
                        </a:spcBef>
                        <a:spcAft>
                          <a:spcPts val="0"/>
                        </a:spcAft>
                        <a:buClr>
                          <a:schemeClr val="dk1"/>
                        </a:buClr>
                        <a:buSzPts val="1200"/>
                        <a:buFont typeface="Arial"/>
                        <a:buNone/>
                      </a:pPr>
                      <a:r>
                        <a:rPr lang="en-US" sz="1200"/>
                        <a:t>(11.0, 32.1)</a:t>
                      </a:r>
                      <a:endParaRPr/>
                    </a:p>
                  </a:txBody>
                  <a:tcPr marT="0" marB="0" marR="0" marL="91450" anchor="ctr">
                    <a:lnL cap="flat" cmpd="sng" w="12700">
                      <a:solidFill>
                        <a:srgbClr val="DEDEDE"/>
                      </a:solidFill>
                      <a:prstDash val="solid"/>
                      <a:round/>
                      <a:headEnd len="sm" w="sm" type="none"/>
                      <a:tailEnd len="sm" w="sm" type="none"/>
                    </a:lnL>
                    <a:lnR cap="flat" cmpd="sng" w="12700">
                      <a:solidFill>
                        <a:srgbClr val="DEDEDE"/>
                      </a:solidFill>
                      <a:prstDash val="solid"/>
                      <a:round/>
                      <a:headEnd len="sm" w="sm" type="none"/>
                      <a:tailEnd len="sm" w="sm" type="none"/>
                    </a:lnR>
                    <a:lnT cap="flat" cmpd="sng" w="12700">
                      <a:solidFill>
                        <a:srgbClr val="DEDEDE"/>
                      </a:solidFill>
                      <a:prstDash val="solid"/>
                      <a:round/>
                      <a:headEnd len="sm" w="sm" type="none"/>
                      <a:tailEnd len="sm" w="sm" type="none"/>
                    </a:lnT>
                    <a:lnB cap="flat" cmpd="sng" w="12700">
                      <a:solidFill>
                        <a:srgbClr val="DEDEDE"/>
                      </a:solidFill>
                      <a:prstDash val="solid"/>
                      <a:round/>
                      <a:headEnd len="sm" w="sm" type="none"/>
                      <a:tailEnd len="sm" w="sm" type="none"/>
                    </a:lnB>
                  </a:tcPr>
                </a:tc>
              </a:tr>
            </a:tbl>
          </a:graphicData>
        </a:graphic>
      </p:graphicFrame>
      <p:sp>
        <p:nvSpPr>
          <p:cNvPr id="494" name="Google Shape;494;p9"/>
          <p:cNvSpPr txBox="1"/>
          <p:nvPr/>
        </p:nvSpPr>
        <p:spPr>
          <a:xfrm rot="-5400000">
            <a:off x="-737351" y="3664111"/>
            <a:ext cx="217880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Probability of improvement</a:t>
            </a:r>
            <a:endParaRPr/>
          </a:p>
        </p:txBody>
      </p:sp>
      <p:sp>
        <p:nvSpPr>
          <p:cNvPr id="495" name="Google Shape;495;p9"/>
          <p:cNvSpPr txBox="1"/>
          <p:nvPr/>
        </p:nvSpPr>
        <p:spPr>
          <a:xfrm>
            <a:off x="3567974" y="6031263"/>
            <a:ext cx="114691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Time (weeks)</a:t>
            </a:r>
            <a:endParaRPr/>
          </a:p>
        </p:txBody>
      </p:sp>
      <p:sp>
        <p:nvSpPr>
          <p:cNvPr id="496" name="Google Shape;496;p9"/>
          <p:cNvSpPr txBox="1"/>
          <p:nvPr/>
        </p:nvSpPr>
        <p:spPr>
          <a:xfrm>
            <a:off x="490550" y="2035814"/>
            <a:ext cx="458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0.75</a:t>
            </a:r>
            <a:endParaRPr/>
          </a:p>
        </p:txBody>
      </p:sp>
      <p:sp>
        <p:nvSpPr>
          <p:cNvPr id="497" name="Google Shape;497;p9"/>
          <p:cNvSpPr txBox="1"/>
          <p:nvPr/>
        </p:nvSpPr>
        <p:spPr>
          <a:xfrm>
            <a:off x="490550" y="3156969"/>
            <a:ext cx="458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0.50</a:t>
            </a:r>
            <a:endParaRPr/>
          </a:p>
        </p:txBody>
      </p:sp>
      <p:sp>
        <p:nvSpPr>
          <p:cNvPr id="498" name="Google Shape;498;p9"/>
          <p:cNvSpPr txBox="1"/>
          <p:nvPr/>
        </p:nvSpPr>
        <p:spPr>
          <a:xfrm>
            <a:off x="490550" y="4256835"/>
            <a:ext cx="458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0.25</a:t>
            </a:r>
            <a:endParaRPr/>
          </a:p>
        </p:txBody>
      </p:sp>
      <p:sp>
        <p:nvSpPr>
          <p:cNvPr id="499" name="Google Shape;499;p9"/>
          <p:cNvSpPr txBox="1"/>
          <p:nvPr/>
        </p:nvSpPr>
        <p:spPr>
          <a:xfrm>
            <a:off x="478720" y="5377087"/>
            <a:ext cx="45878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0.00</a:t>
            </a:r>
            <a:endParaRPr/>
          </a:p>
        </p:txBody>
      </p:sp>
      <p:sp>
        <p:nvSpPr>
          <p:cNvPr id="500" name="Google Shape;500;p9"/>
          <p:cNvSpPr txBox="1"/>
          <p:nvPr/>
        </p:nvSpPr>
        <p:spPr>
          <a:xfrm>
            <a:off x="1190279" y="5782171"/>
            <a:ext cx="23193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0</a:t>
            </a:r>
            <a:endParaRPr/>
          </a:p>
        </p:txBody>
      </p:sp>
      <p:sp>
        <p:nvSpPr>
          <p:cNvPr id="501" name="Google Shape;501;p9"/>
          <p:cNvSpPr txBox="1"/>
          <p:nvPr/>
        </p:nvSpPr>
        <p:spPr>
          <a:xfrm>
            <a:off x="2293586" y="5771883"/>
            <a:ext cx="231939"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4</a:t>
            </a:r>
            <a:endParaRPr/>
          </a:p>
        </p:txBody>
      </p:sp>
      <p:sp>
        <p:nvSpPr>
          <p:cNvPr id="502" name="Google Shape;502;p9"/>
          <p:cNvSpPr txBox="1"/>
          <p:nvPr/>
        </p:nvSpPr>
        <p:spPr>
          <a:xfrm>
            <a:off x="3403243" y="5775821"/>
            <a:ext cx="231939"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8</a:t>
            </a:r>
            <a:endParaRPr/>
          </a:p>
        </p:txBody>
      </p:sp>
      <p:sp>
        <p:nvSpPr>
          <p:cNvPr id="503" name="Google Shape;503;p9"/>
          <p:cNvSpPr txBox="1"/>
          <p:nvPr/>
        </p:nvSpPr>
        <p:spPr>
          <a:xfrm>
            <a:off x="4440081" y="5771883"/>
            <a:ext cx="38187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12</a:t>
            </a:r>
            <a:endParaRPr/>
          </a:p>
        </p:txBody>
      </p:sp>
      <p:sp>
        <p:nvSpPr>
          <p:cNvPr id="504" name="Google Shape;504;p9"/>
          <p:cNvSpPr txBox="1"/>
          <p:nvPr/>
        </p:nvSpPr>
        <p:spPr>
          <a:xfrm>
            <a:off x="5537038" y="5771883"/>
            <a:ext cx="38187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16</a:t>
            </a:r>
            <a:endParaRPr/>
          </a:p>
        </p:txBody>
      </p:sp>
      <p:sp>
        <p:nvSpPr>
          <p:cNvPr id="505" name="Google Shape;505;p9"/>
          <p:cNvSpPr txBox="1"/>
          <p:nvPr/>
        </p:nvSpPr>
        <p:spPr>
          <a:xfrm>
            <a:off x="6643520" y="5782171"/>
            <a:ext cx="381870" cy="2616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Arial"/>
                <a:ea typeface="Arial"/>
                <a:cs typeface="Arial"/>
                <a:sym typeface="Arial"/>
              </a:rPr>
              <a:t>20</a:t>
            </a:r>
            <a:endParaRPr/>
          </a:p>
        </p:txBody>
      </p:sp>
      <p:sp>
        <p:nvSpPr>
          <p:cNvPr id="506" name="Google Shape;506;p9"/>
          <p:cNvSpPr/>
          <p:nvPr/>
        </p:nvSpPr>
        <p:spPr>
          <a:xfrm>
            <a:off x="7611404" y="4605756"/>
            <a:ext cx="4313896" cy="1477328"/>
          </a:xfrm>
          <a:prstGeom prst="roundRect">
            <a:avLst>
              <a:gd fmla="val 50000" name="adj"/>
            </a:avLst>
          </a:prstGeom>
          <a:solidFill>
            <a:schemeClr val="accent5"/>
          </a:solidFill>
          <a:ln>
            <a:noFill/>
          </a:ln>
        </p:spPr>
        <p:txBody>
          <a:bodyPr anchorCtr="0" anchor="ctr" bIns="45700" lIns="365750" spcFirstLastPara="1" rIns="91425" wrap="square" tIns="45700">
            <a:noAutofit/>
          </a:bodyPr>
          <a:lstStyle/>
          <a:p>
            <a:pPr indent="0" lvl="1" marL="0" marR="0" rtl="0" algn="l">
              <a:spcBef>
                <a:spcPts val="0"/>
              </a:spcBef>
              <a:spcAft>
                <a:spcPts val="0"/>
              </a:spcAft>
              <a:buNone/>
            </a:pPr>
            <a:r>
              <a:rPr b="0" i="0" lang="en-US" sz="1400" u="none" cap="none" strike="noStrike">
                <a:solidFill>
                  <a:srgbClr val="FFFFFF"/>
                </a:solidFill>
                <a:latin typeface="Arial"/>
                <a:ea typeface="Arial"/>
                <a:cs typeface="Arial"/>
                <a:sym typeface="Arial"/>
                <a:extLst>
                  <a:ext uri="http://customooxmlschemas.google.com/">
                    <go:slidesCustomData xmlns:go="http://customooxmlschemas.google.com/" textRoundtripDataId="0"/>
                  </a:ext>
                </a:extLst>
              </a:rPr>
              <a:t>A similar proportion of participants reach a </a:t>
            </a:r>
            <a:br>
              <a:rPr b="0" i="0" lang="en-US" sz="1400" u="none" cap="none" strike="noStrike">
                <a:solidFill>
                  <a:srgbClr val="FFFFFF"/>
                </a:solidFill>
                <a:latin typeface="Arial"/>
                <a:ea typeface="Arial"/>
                <a:cs typeface="Arial"/>
                <a:sym typeface="Arial"/>
                <a:extLst>
                  <a:ext uri="http://customooxmlschemas.google.com/">
                    <go:slidesCustomData xmlns:go="http://customooxmlschemas.google.com/" textRoundtripDataId="0"/>
                  </a:ext>
                </a:extLst>
              </a:rPr>
            </a:br>
            <a:r>
              <a:rPr b="0" i="0" lang="en-US" sz="1400" u="none" cap="none" strike="noStrike">
                <a:solidFill>
                  <a:srgbClr val="FFFFFF"/>
                </a:solidFill>
                <a:latin typeface="Arial"/>
                <a:ea typeface="Arial"/>
                <a:cs typeface="Arial"/>
                <a:sym typeface="Arial"/>
                <a:extLst>
                  <a:ext uri="http://customooxmlschemas.google.com/">
                    <go:slidesCustomData xmlns:go="http://customooxmlschemas.google.com/" textRoundtripDataId="0"/>
                  </a:ext>
                </a:extLst>
              </a:rPr>
              <a:t>1-point aINCAT, 4-point I-RODS, or 8-kPA MGS improvement.</a:t>
            </a:r>
            <a:r>
              <a:rPr b="0" i="0" lang="en-US" sz="1400" u="none" cap="none" strike="noStrike">
                <a:solidFill>
                  <a:srgbClr val="FFFFFF"/>
                </a:solidFill>
                <a:latin typeface="Arial"/>
                <a:ea typeface="Arial"/>
                <a:cs typeface="Arial"/>
                <a:sym typeface="Arial"/>
              </a:rPr>
              <a:t> The median time to improvement is fastest for 8 kPa; median time to 16-kPa improvement is 13 weeks.</a:t>
            </a:r>
            <a:endParaRPr b="0" i="0" sz="1400" u="none" cap="none" strike="noStrike">
              <a:solidFill>
                <a:srgbClr val="FFFFFF"/>
              </a:solidFill>
              <a:latin typeface="Arial"/>
              <a:ea typeface="Arial"/>
              <a:cs typeface="Arial"/>
              <a:sym typeface="Arial"/>
            </a:endParaRPr>
          </a:p>
        </p:txBody>
      </p:sp>
      <p:sp>
        <p:nvSpPr>
          <p:cNvPr id="507" name="Google Shape;507;p9"/>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508" name="Google Shape;508;p9"/>
          <p:cNvPicPr preferRelativeResize="0"/>
          <p:nvPr/>
        </p:nvPicPr>
        <p:blipFill rotWithShape="1">
          <a:blip r:embed="rId4">
            <a:alphaModFix/>
          </a:blip>
          <a:srcRect b="0" l="0" r="0" t="0"/>
          <a:stretch/>
        </p:blipFill>
        <p:spPr>
          <a:xfrm>
            <a:off x="942033" y="1718663"/>
            <a:ext cx="6176753" cy="4039772"/>
          </a:xfrm>
          <a:prstGeom prst="rect">
            <a:avLst/>
          </a:prstGeom>
          <a:noFill/>
          <a:ln>
            <a:noFill/>
          </a:ln>
        </p:spPr>
      </p:pic>
      <p:sp>
        <p:nvSpPr>
          <p:cNvPr id="509" name="Google Shape;509;p9"/>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aINCAT, adjusted Inflammatory Neuropathy Cause and Treatment; I-RODS, Inflammatory Rasch-Built Overall Disability Scale; MGS, mean grip strength.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10"/>
          <p:cNvSpPr/>
          <p:nvPr/>
        </p:nvSpPr>
        <p:spPr>
          <a:xfrm>
            <a:off x="2423953" y="1553038"/>
            <a:ext cx="8996848" cy="2968194"/>
          </a:xfrm>
          <a:custGeom>
            <a:rect b="b" l="l" r="r" t="t"/>
            <a:pathLst>
              <a:path extrusionOk="0" h="87150104" w="348824480">
                <a:moveTo>
                  <a:pt x="137636592" y="10188888"/>
                </a:moveTo>
                <a:lnTo>
                  <a:pt x="158153319" y="10188888"/>
                </a:lnTo>
                <a:lnTo>
                  <a:pt x="158153319" y="44614992"/>
                </a:lnTo>
                <a:lnTo>
                  <a:pt x="137914472" y="44614992"/>
                </a:lnTo>
                <a:lnTo>
                  <a:pt x="137914472" y="46683640"/>
                </a:lnTo>
                <a:lnTo>
                  <a:pt x="131029248" y="46683640"/>
                </a:lnTo>
                <a:lnTo>
                  <a:pt x="131029248" y="51129704"/>
                </a:lnTo>
                <a:lnTo>
                  <a:pt x="75041760" y="51129704"/>
                </a:lnTo>
                <a:lnTo>
                  <a:pt x="75041760" y="54876139"/>
                </a:lnTo>
                <a:lnTo>
                  <a:pt x="74127368" y="54876139"/>
                </a:lnTo>
                <a:lnTo>
                  <a:pt x="74127368" y="56835566"/>
                </a:lnTo>
                <a:lnTo>
                  <a:pt x="72908168" y="56835566"/>
                </a:lnTo>
                <a:lnTo>
                  <a:pt x="72908168" y="58413996"/>
                </a:lnTo>
                <a:lnTo>
                  <a:pt x="64800488" y="58413996"/>
                </a:lnTo>
                <a:lnTo>
                  <a:pt x="64800488" y="60493167"/>
                </a:lnTo>
                <a:lnTo>
                  <a:pt x="47670728" y="60493167"/>
                </a:lnTo>
                <a:lnTo>
                  <a:pt x="47670728" y="62191338"/>
                </a:lnTo>
                <a:lnTo>
                  <a:pt x="46336128" y="62191338"/>
                </a:lnTo>
                <a:lnTo>
                  <a:pt x="46336128" y="65065168"/>
                </a:lnTo>
                <a:lnTo>
                  <a:pt x="39745928" y="65065168"/>
                </a:lnTo>
                <a:lnTo>
                  <a:pt x="39745928" y="66763339"/>
                </a:lnTo>
                <a:lnTo>
                  <a:pt x="32326224" y="66763339"/>
                </a:lnTo>
                <a:lnTo>
                  <a:pt x="32326224" y="72603523"/>
                </a:lnTo>
                <a:lnTo>
                  <a:pt x="26212808" y="72603523"/>
                </a:lnTo>
                <a:lnTo>
                  <a:pt x="26212808" y="74836186"/>
                </a:lnTo>
                <a:lnTo>
                  <a:pt x="25176480" y="74836186"/>
                </a:lnTo>
                <a:lnTo>
                  <a:pt x="25176480" y="76238264"/>
                </a:lnTo>
                <a:lnTo>
                  <a:pt x="23164808" y="76238264"/>
                </a:lnTo>
                <a:lnTo>
                  <a:pt x="23164808" y="78798585"/>
                </a:lnTo>
                <a:lnTo>
                  <a:pt x="22189440" y="78798585"/>
                </a:lnTo>
                <a:lnTo>
                  <a:pt x="22189440" y="79956825"/>
                </a:lnTo>
                <a:lnTo>
                  <a:pt x="21092160" y="79956825"/>
                </a:lnTo>
                <a:lnTo>
                  <a:pt x="21092160" y="80932185"/>
                </a:lnTo>
                <a:lnTo>
                  <a:pt x="19263360" y="80932185"/>
                </a:lnTo>
                <a:lnTo>
                  <a:pt x="19263360" y="82395223"/>
                </a:lnTo>
                <a:lnTo>
                  <a:pt x="18166080" y="82395223"/>
                </a:lnTo>
                <a:lnTo>
                  <a:pt x="18166080" y="85504184"/>
                </a:lnTo>
                <a:lnTo>
                  <a:pt x="14081760" y="85504184"/>
                </a:lnTo>
                <a:lnTo>
                  <a:pt x="14081760" y="86052824"/>
                </a:lnTo>
                <a:lnTo>
                  <a:pt x="12070080" y="86052824"/>
                </a:lnTo>
                <a:lnTo>
                  <a:pt x="12070080" y="87150104"/>
                </a:lnTo>
                <a:lnTo>
                  <a:pt x="0" y="87150104"/>
                </a:lnTo>
                <a:lnTo>
                  <a:pt x="0" y="82943864"/>
                </a:lnTo>
                <a:lnTo>
                  <a:pt x="4815840" y="82943864"/>
                </a:lnTo>
                <a:lnTo>
                  <a:pt x="4815840" y="80078745"/>
                </a:lnTo>
                <a:lnTo>
                  <a:pt x="5974080" y="80078745"/>
                </a:lnTo>
                <a:lnTo>
                  <a:pt x="5974080" y="77518425"/>
                </a:lnTo>
                <a:lnTo>
                  <a:pt x="10972800" y="77518425"/>
                </a:lnTo>
                <a:lnTo>
                  <a:pt x="10972800" y="75262904"/>
                </a:lnTo>
                <a:lnTo>
                  <a:pt x="12131040" y="75262904"/>
                </a:lnTo>
                <a:lnTo>
                  <a:pt x="12131040" y="73007384"/>
                </a:lnTo>
                <a:lnTo>
                  <a:pt x="13959840" y="73007384"/>
                </a:lnTo>
                <a:lnTo>
                  <a:pt x="13959840" y="70690904"/>
                </a:lnTo>
                <a:lnTo>
                  <a:pt x="18288000" y="70690904"/>
                </a:lnTo>
                <a:lnTo>
                  <a:pt x="18288000" y="64655865"/>
                </a:lnTo>
                <a:lnTo>
                  <a:pt x="19324320" y="64655865"/>
                </a:lnTo>
                <a:lnTo>
                  <a:pt x="19324320" y="62705146"/>
                </a:lnTo>
                <a:lnTo>
                  <a:pt x="21275048" y="62705146"/>
                </a:lnTo>
                <a:lnTo>
                  <a:pt x="21275048" y="60815387"/>
                </a:lnTo>
                <a:lnTo>
                  <a:pt x="22250400" y="60815387"/>
                </a:lnTo>
                <a:lnTo>
                  <a:pt x="22250400" y="58559869"/>
                </a:lnTo>
                <a:lnTo>
                  <a:pt x="23347680" y="58559869"/>
                </a:lnTo>
                <a:lnTo>
                  <a:pt x="23347680" y="54780351"/>
                </a:lnTo>
                <a:lnTo>
                  <a:pt x="25176480" y="54780351"/>
                </a:lnTo>
                <a:lnTo>
                  <a:pt x="25176480" y="52707710"/>
                </a:lnTo>
                <a:lnTo>
                  <a:pt x="26045168" y="52707710"/>
                </a:lnTo>
                <a:lnTo>
                  <a:pt x="26045168" y="48486226"/>
                </a:lnTo>
                <a:lnTo>
                  <a:pt x="32293560" y="48486226"/>
                </a:lnTo>
                <a:lnTo>
                  <a:pt x="32293560" y="40088994"/>
                </a:lnTo>
                <a:lnTo>
                  <a:pt x="39510800" y="40088994"/>
                </a:lnTo>
                <a:lnTo>
                  <a:pt x="39510800" y="38123028"/>
                </a:lnTo>
                <a:lnTo>
                  <a:pt x="46314368" y="38123028"/>
                </a:lnTo>
                <a:lnTo>
                  <a:pt x="46314368" y="33551024"/>
                </a:lnTo>
                <a:lnTo>
                  <a:pt x="47609768" y="33551024"/>
                </a:lnTo>
                <a:lnTo>
                  <a:pt x="47609768" y="31362996"/>
                </a:lnTo>
                <a:lnTo>
                  <a:pt x="64754768" y="31362996"/>
                </a:lnTo>
                <a:lnTo>
                  <a:pt x="64754768" y="28750424"/>
                </a:lnTo>
                <a:lnTo>
                  <a:pt x="72831960" y="28750424"/>
                </a:lnTo>
                <a:lnTo>
                  <a:pt x="72831960" y="26235824"/>
                </a:lnTo>
                <a:lnTo>
                  <a:pt x="74127368" y="26235824"/>
                </a:lnTo>
                <a:lnTo>
                  <a:pt x="74127368" y="24026024"/>
                </a:lnTo>
                <a:lnTo>
                  <a:pt x="74835976" y="24026024"/>
                </a:lnTo>
                <a:lnTo>
                  <a:pt x="74835976" y="18926636"/>
                </a:lnTo>
                <a:lnTo>
                  <a:pt x="130782250" y="18926636"/>
                </a:lnTo>
                <a:lnTo>
                  <a:pt x="130782250" y="13338180"/>
                </a:lnTo>
                <a:lnTo>
                  <a:pt x="137636592" y="13338180"/>
                </a:lnTo>
                <a:close/>
                <a:moveTo>
                  <a:pt x="167879085" y="0"/>
                </a:moveTo>
                <a:lnTo>
                  <a:pt x="348824480" y="0"/>
                </a:lnTo>
                <a:lnTo>
                  <a:pt x="348824480" y="37050508"/>
                </a:lnTo>
                <a:lnTo>
                  <a:pt x="167879085" y="37050508"/>
                </a:lnTo>
                <a:lnTo>
                  <a:pt x="167879085" y="40230682"/>
                </a:lnTo>
                <a:lnTo>
                  <a:pt x="161719440" y="40230682"/>
                </a:lnTo>
                <a:lnTo>
                  <a:pt x="161719440" y="42237580"/>
                </a:lnTo>
                <a:lnTo>
                  <a:pt x="158153324" y="42237580"/>
                </a:lnTo>
                <a:lnTo>
                  <a:pt x="158153324" y="6499276"/>
                </a:lnTo>
                <a:lnTo>
                  <a:pt x="161534177" y="6499276"/>
                </a:lnTo>
                <a:lnTo>
                  <a:pt x="161534177" y="3180168"/>
                </a:lnTo>
                <a:lnTo>
                  <a:pt x="167879085" y="3180168"/>
                </a:lnTo>
                <a:close/>
              </a:path>
            </a:pathLst>
          </a:custGeom>
          <a:solidFill>
            <a:srgbClr val="B3FBD5">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10"/>
          <p:cNvSpPr txBox="1"/>
          <p:nvPr>
            <p:ph type="title"/>
          </p:nvPr>
        </p:nvSpPr>
        <p:spPr>
          <a:xfrm>
            <a:off x="265176" y="357806"/>
            <a:ext cx="11754104" cy="100584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1100"/>
              <a:buFont typeface="Arial"/>
              <a:buNone/>
            </a:pPr>
            <a:r>
              <a:rPr lang="en-US"/>
              <a:t>Durability of Response </a:t>
            </a:r>
            <a:br>
              <a:rPr lang="en-US"/>
            </a:br>
            <a:r>
              <a:rPr lang="en-US"/>
              <a:t>(16-kPa Deterioration in Either Hand and From Stage B Baseline)</a:t>
            </a:r>
            <a:endParaRPr/>
          </a:p>
          <a:p>
            <a:pPr indent="0" lvl="0" marL="0" rtl="0" algn="l">
              <a:lnSpc>
                <a:spcPct val="90000"/>
              </a:lnSpc>
              <a:spcBef>
                <a:spcPts val="0"/>
              </a:spcBef>
              <a:spcAft>
                <a:spcPts val="0"/>
              </a:spcAft>
              <a:buClr>
                <a:schemeClr val="accent5"/>
              </a:buClr>
              <a:buSzPts val="3200"/>
              <a:buFont typeface="Arial"/>
              <a:buNone/>
            </a:pPr>
            <a:r>
              <a:t/>
            </a:r>
            <a:endParaRPr/>
          </a:p>
        </p:txBody>
      </p:sp>
      <p:sp>
        <p:nvSpPr>
          <p:cNvPr id="516" name="Google Shape;516;p10"/>
          <p:cNvSpPr/>
          <p:nvPr/>
        </p:nvSpPr>
        <p:spPr>
          <a:xfrm>
            <a:off x="5892800" y="2981960"/>
            <a:ext cx="406400" cy="406400"/>
          </a:xfrm>
          <a:prstGeom prst="rect">
            <a:avLst/>
          </a:prstGeom>
          <a:noFill/>
          <a:ln>
            <a:noFill/>
          </a:ln>
        </p:spPr>
        <p:txBody>
          <a:bodyPr anchorCtr="0" anchor="t" bIns="60950" lIns="121900" spcFirstLastPara="1" rIns="121900" wrap="square" tIns="6095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517" name="Google Shape;517;p10"/>
          <p:cNvSpPr txBox="1"/>
          <p:nvPr/>
        </p:nvSpPr>
        <p:spPr>
          <a:xfrm>
            <a:off x="1107932" y="8386691"/>
            <a:ext cx="10382536" cy="666977"/>
          </a:xfrm>
          <a:prstGeom prst="rect">
            <a:avLst/>
          </a:prstGeom>
          <a:solidFill>
            <a:schemeClr val="lt2"/>
          </a:solidFill>
          <a:ln cap="flat" cmpd="sng" w="9525">
            <a:solidFill>
              <a:schemeClr val="lt2"/>
            </a:solidFill>
            <a:prstDash val="solid"/>
            <a:round/>
            <a:headEnd len="sm" w="sm" type="none"/>
            <a:tailEnd len="sm" w="sm" type="none"/>
          </a:ln>
        </p:spPr>
        <p:txBody>
          <a:bodyPr anchorCtr="0" anchor="t" bIns="45700" lIns="91425" spcFirstLastPara="1" rIns="91425" wrap="square" tIns="45700">
            <a:spAutoFit/>
          </a:bodyPr>
          <a:lstStyle/>
          <a:p>
            <a:pPr indent="0" lvl="1" marL="812780" marR="0" rtl="0" algn="l">
              <a:lnSpc>
                <a:spcPct val="100000"/>
              </a:lnSpc>
              <a:spcBef>
                <a:spcPts val="0"/>
              </a:spcBef>
              <a:spcAft>
                <a:spcPts val="0"/>
              </a:spcAft>
              <a:buClr>
                <a:srgbClr val="000000"/>
              </a:buClr>
              <a:buSzPts val="1200"/>
              <a:buFont typeface="Arial"/>
              <a:buNone/>
            </a:pPr>
            <a:r>
              <a:rPr b="0" i="0" lang="en-US" sz="1867" u="none" cap="none" strike="noStrike">
                <a:solidFill>
                  <a:srgbClr val="FFFFFF"/>
                </a:solidFill>
                <a:latin typeface="Arial"/>
                <a:ea typeface="Arial"/>
                <a:cs typeface="Arial"/>
                <a:sym typeface="Arial"/>
              </a:rPr>
              <a:t>Based on a 16kPa as the threshold for relapse: In Stage B, EFG treatment reduced the rate of relapse by an estimated 68% compared with placebo. </a:t>
            </a:r>
            <a:endParaRPr b="0" i="0" sz="1867" u="none" cap="none" strike="noStrike">
              <a:solidFill>
                <a:srgbClr val="FFFFFF"/>
              </a:solidFill>
              <a:latin typeface="Arial"/>
              <a:ea typeface="Arial"/>
              <a:cs typeface="Arial"/>
              <a:sym typeface="Arial"/>
            </a:endParaRPr>
          </a:p>
        </p:txBody>
      </p:sp>
      <p:sp>
        <p:nvSpPr>
          <p:cNvPr id="518" name="Google Shape;518;p10"/>
          <p:cNvSpPr/>
          <p:nvPr/>
        </p:nvSpPr>
        <p:spPr>
          <a:xfrm>
            <a:off x="9273540" y="-872868"/>
            <a:ext cx="2651760" cy="473600"/>
          </a:xfrm>
          <a:prstGeom prst="roundRect">
            <a:avLst>
              <a:gd fmla="val 16667" name="adj"/>
            </a:avLst>
          </a:prstGeom>
          <a:solidFill>
            <a:srgbClr val="FF0000"/>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Unpublished data</a:t>
            </a:r>
            <a:endParaRPr b="0" i="0" sz="1800" u="none" cap="none" strike="noStrike">
              <a:solidFill>
                <a:srgbClr val="FFFFFF"/>
              </a:solidFill>
              <a:latin typeface="Arial"/>
              <a:ea typeface="Arial"/>
              <a:cs typeface="Arial"/>
              <a:sym typeface="Arial"/>
            </a:endParaRPr>
          </a:p>
        </p:txBody>
      </p:sp>
      <p:sp>
        <p:nvSpPr>
          <p:cNvPr id="519" name="Google Shape;519;p10"/>
          <p:cNvSpPr txBox="1"/>
          <p:nvPr/>
        </p:nvSpPr>
        <p:spPr>
          <a:xfrm>
            <a:off x="11672030" y="6224270"/>
            <a:ext cx="450527"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fld id="{00000000-1234-1234-1234-123412341234}" type="slidenum">
              <a:rPr lang="en-US" sz="800">
                <a:solidFill>
                  <a:schemeClr val="dk2"/>
                </a:solidFill>
                <a:latin typeface="Arial"/>
                <a:ea typeface="Arial"/>
                <a:cs typeface="Arial"/>
                <a:sym typeface="Arial"/>
              </a:rPr>
              <a:t>‹#›</a:t>
            </a:fld>
            <a:endParaRPr sz="800">
              <a:solidFill>
                <a:schemeClr val="dk2"/>
              </a:solidFill>
              <a:latin typeface="Arial"/>
              <a:ea typeface="Arial"/>
              <a:cs typeface="Arial"/>
              <a:sym typeface="Arial"/>
            </a:endParaRPr>
          </a:p>
        </p:txBody>
      </p:sp>
      <p:sp>
        <p:nvSpPr>
          <p:cNvPr id="520" name="Google Shape;520;p10"/>
          <p:cNvSpPr txBox="1"/>
          <p:nvPr/>
        </p:nvSpPr>
        <p:spPr>
          <a:xfrm>
            <a:off x="4885974"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16</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66</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46</a:t>
            </a:r>
            <a:endParaRPr/>
          </a:p>
        </p:txBody>
      </p:sp>
      <p:sp>
        <p:nvSpPr>
          <p:cNvPr id="521" name="Google Shape;521;p10"/>
          <p:cNvSpPr txBox="1"/>
          <p:nvPr/>
        </p:nvSpPr>
        <p:spPr>
          <a:xfrm>
            <a:off x="5619441"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20</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55</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43</a:t>
            </a:r>
            <a:endParaRPr/>
          </a:p>
        </p:txBody>
      </p:sp>
      <p:sp>
        <p:nvSpPr>
          <p:cNvPr id="522" name="Google Shape;522;p10"/>
          <p:cNvSpPr txBox="1"/>
          <p:nvPr/>
        </p:nvSpPr>
        <p:spPr>
          <a:xfrm>
            <a:off x="6352908"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24</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53</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33</a:t>
            </a:r>
            <a:endParaRPr/>
          </a:p>
        </p:txBody>
      </p:sp>
      <p:sp>
        <p:nvSpPr>
          <p:cNvPr id="523" name="Google Shape;523;p10"/>
          <p:cNvSpPr txBox="1"/>
          <p:nvPr/>
        </p:nvSpPr>
        <p:spPr>
          <a:xfrm>
            <a:off x="7086375"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28</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44</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27</a:t>
            </a:r>
            <a:endParaRPr/>
          </a:p>
        </p:txBody>
      </p:sp>
      <p:sp>
        <p:nvSpPr>
          <p:cNvPr id="524" name="Google Shape;524;p10"/>
          <p:cNvSpPr txBox="1"/>
          <p:nvPr/>
        </p:nvSpPr>
        <p:spPr>
          <a:xfrm>
            <a:off x="3419040"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8</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93</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67</a:t>
            </a:r>
            <a:endParaRPr/>
          </a:p>
        </p:txBody>
      </p:sp>
      <p:sp>
        <p:nvSpPr>
          <p:cNvPr id="525" name="Google Shape;525;p10"/>
          <p:cNvSpPr txBox="1"/>
          <p:nvPr/>
        </p:nvSpPr>
        <p:spPr>
          <a:xfrm>
            <a:off x="4152507"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12</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78</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52</a:t>
            </a:r>
            <a:endParaRPr/>
          </a:p>
        </p:txBody>
      </p:sp>
      <p:sp>
        <p:nvSpPr>
          <p:cNvPr id="526" name="Google Shape;526;p10"/>
          <p:cNvSpPr txBox="1"/>
          <p:nvPr/>
        </p:nvSpPr>
        <p:spPr>
          <a:xfrm>
            <a:off x="10753708"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48</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24</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14</a:t>
            </a:r>
            <a:endParaRPr/>
          </a:p>
        </p:txBody>
      </p:sp>
      <p:sp>
        <p:nvSpPr>
          <p:cNvPr id="527" name="Google Shape;527;p10"/>
          <p:cNvSpPr txBox="1"/>
          <p:nvPr/>
        </p:nvSpPr>
        <p:spPr>
          <a:xfrm>
            <a:off x="7819842"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32</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38</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25</a:t>
            </a:r>
            <a:endParaRPr/>
          </a:p>
        </p:txBody>
      </p:sp>
      <p:sp>
        <p:nvSpPr>
          <p:cNvPr id="528" name="Google Shape;528;p10"/>
          <p:cNvSpPr txBox="1"/>
          <p:nvPr/>
        </p:nvSpPr>
        <p:spPr>
          <a:xfrm>
            <a:off x="8553309"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36</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36</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23</a:t>
            </a:r>
            <a:endParaRPr/>
          </a:p>
        </p:txBody>
      </p:sp>
      <p:sp>
        <p:nvSpPr>
          <p:cNvPr id="529" name="Google Shape;529;p10"/>
          <p:cNvSpPr txBox="1"/>
          <p:nvPr/>
        </p:nvSpPr>
        <p:spPr>
          <a:xfrm>
            <a:off x="9286776"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40</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32</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21</a:t>
            </a:r>
            <a:endParaRPr/>
          </a:p>
        </p:txBody>
      </p:sp>
      <p:sp>
        <p:nvSpPr>
          <p:cNvPr id="530" name="Google Shape;530;p10"/>
          <p:cNvSpPr txBox="1"/>
          <p:nvPr/>
        </p:nvSpPr>
        <p:spPr>
          <a:xfrm>
            <a:off x="10020243" y="4745972"/>
            <a:ext cx="354584"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44</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31</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19</a:t>
            </a:r>
            <a:endParaRPr/>
          </a:p>
        </p:txBody>
      </p:sp>
      <p:sp>
        <p:nvSpPr>
          <p:cNvPr id="531" name="Google Shape;531;p10"/>
          <p:cNvSpPr txBox="1"/>
          <p:nvPr/>
        </p:nvSpPr>
        <p:spPr>
          <a:xfrm>
            <a:off x="1907317" y="4774660"/>
            <a:ext cx="439543"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0</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111</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109</a:t>
            </a:r>
            <a:endParaRPr/>
          </a:p>
        </p:txBody>
      </p:sp>
      <p:sp>
        <p:nvSpPr>
          <p:cNvPr id="532" name="Google Shape;532;p10"/>
          <p:cNvSpPr txBox="1"/>
          <p:nvPr/>
        </p:nvSpPr>
        <p:spPr>
          <a:xfrm>
            <a:off x="2635104" y="4745972"/>
            <a:ext cx="439543" cy="7232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4</a:t>
            </a:r>
            <a:endParaRPr/>
          </a:p>
          <a:p>
            <a:pPr indent="0" lvl="0" marL="0" marR="0" rtl="0" algn="ctr">
              <a:spcBef>
                <a:spcPts val="600"/>
              </a:spcBef>
              <a:spcAft>
                <a:spcPts val="0"/>
              </a:spcAft>
              <a:buNone/>
            </a:pPr>
            <a:r>
              <a:rPr lang="en-US" sz="1200">
                <a:solidFill>
                  <a:schemeClr val="dk1"/>
                </a:solidFill>
                <a:latin typeface="Arial"/>
                <a:ea typeface="Arial"/>
                <a:cs typeface="Arial"/>
                <a:sym typeface="Arial"/>
              </a:rPr>
              <a:t>107</a:t>
            </a:r>
            <a:endParaRPr/>
          </a:p>
          <a:p>
            <a:pPr indent="0" lvl="0" marL="0" marR="0" rtl="0" algn="ctr">
              <a:spcBef>
                <a:spcPts val="0"/>
              </a:spcBef>
              <a:spcAft>
                <a:spcPts val="0"/>
              </a:spcAft>
              <a:buNone/>
            </a:pPr>
            <a:r>
              <a:rPr lang="en-US" sz="1200">
                <a:solidFill>
                  <a:schemeClr val="dk1"/>
                </a:solidFill>
                <a:latin typeface="Arial"/>
                <a:ea typeface="Arial"/>
                <a:cs typeface="Arial"/>
                <a:sym typeface="Arial"/>
              </a:rPr>
              <a:t>98</a:t>
            </a:r>
            <a:endParaRPr/>
          </a:p>
        </p:txBody>
      </p:sp>
      <p:cxnSp>
        <p:nvCxnSpPr>
          <p:cNvPr id="533" name="Google Shape;533;p10"/>
          <p:cNvCxnSpPr/>
          <p:nvPr/>
        </p:nvCxnSpPr>
        <p:spPr>
          <a:xfrm rot="10800000">
            <a:off x="2137229" y="4686342"/>
            <a:ext cx="0" cy="124246"/>
          </a:xfrm>
          <a:prstGeom prst="straightConnector1">
            <a:avLst/>
          </a:prstGeom>
          <a:noFill/>
          <a:ln cap="flat" cmpd="sng" w="12700">
            <a:solidFill>
              <a:schemeClr val="dk1"/>
            </a:solidFill>
            <a:prstDash val="solid"/>
            <a:miter lim="800000"/>
            <a:headEnd len="sm" w="sm" type="none"/>
            <a:tailEnd len="sm" w="sm" type="none"/>
          </a:ln>
        </p:spPr>
      </p:cxnSp>
      <p:sp>
        <p:nvSpPr>
          <p:cNvPr id="534" name="Google Shape;534;p10"/>
          <p:cNvSpPr/>
          <p:nvPr/>
        </p:nvSpPr>
        <p:spPr>
          <a:xfrm>
            <a:off x="5762769" y="2838226"/>
            <a:ext cx="406400" cy="499289"/>
          </a:xfrm>
          <a:prstGeom prst="rect">
            <a:avLst/>
          </a:prstGeom>
          <a:noFill/>
          <a:ln>
            <a:noFill/>
          </a:ln>
        </p:spPr>
        <p:txBody>
          <a:bodyPr anchorCtr="0" anchor="t" bIns="60950" lIns="121900" spcFirstLastPara="1" rIns="121900" wrap="square" tIns="6095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535" name="Google Shape;535;p10"/>
          <p:cNvSpPr txBox="1"/>
          <p:nvPr/>
        </p:nvSpPr>
        <p:spPr>
          <a:xfrm>
            <a:off x="1762329" y="1683052"/>
            <a:ext cx="2007348" cy="677108"/>
          </a:xfrm>
          <a:prstGeom prst="rect">
            <a:avLst/>
          </a:prstGeom>
          <a:noFill/>
          <a:ln>
            <a:noFill/>
          </a:ln>
        </p:spPr>
        <p:txBody>
          <a:bodyPr anchorCtr="0" anchor="t" bIns="60950" lIns="121900" spcFirstLastPara="1" rIns="121900" wrap="square" tIns="60950">
            <a:spAutoFit/>
          </a:bodyPr>
          <a:lstStyle/>
          <a:p>
            <a:pPr indent="0" lvl="0" marL="0" marR="0" rtl="0" algn="l">
              <a:lnSpc>
                <a:spcPct val="100000"/>
              </a:lnSpc>
              <a:spcBef>
                <a:spcPts val="0"/>
              </a:spcBef>
              <a:spcAft>
                <a:spcPts val="0"/>
              </a:spcAft>
              <a:buClr>
                <a:srgbClr val="000000"/>
              </a:buClr>
              <a:buSzPts val="900"/>
              <a:buFont typeface="Arial"/>
              <a:buNone/>
            </a:pPr>
            <a:r>
              <a:rPr i="0" lang="en-US" sz="900" u="none" cap="none" strike="noStrike">
                <a:solidFill>
                  <a:schemeClr val="dk1"/>
                </a:solidFill>
                <a:latin typeface="Arial"/>
                <a:ea typeface="Arial"/>
                <a:cs typeface="Arial"/>
                <a:sym typeface="Arial"/>
              </a:rPr>
              <a:t>Cox model:</a:t>
            </a:r>
            <a:br>
              <a:rPr i="0" lang="en-US" sz="900" u="none" cap="none" strike="noStrike">
                <a:solidFill>
                  <a:schemeClr val="dk1"/>
                </a:solidFill>
                <a:latin typeface="Arial"/>
                <a:ea typeface="Arial"/>
                <a:cs typeface="Arial"/>
                <a:sym typeface="Arial"/>
              </a:rPr>
            </a:br>
            <a:r>
              <a:rPr i="0" lang="en-US" sz="900" u="none" cap="none" strike="noStrike">
                <a:solidFill>
                  <a:schemeClr val="dk1"/>
                </a:solidFill>
                <a:latin typeface="Arial"/>
                <a:ea typeface="Arial"/>
                <a:cs typeface="Arial"/>
                <a:sym typeface="Arial"/>
              </a:rPr>
              <a:t>HR = 0.3207</a:t>
            </a:r>
            <a:endParaRPr/>
          </a:p>
          <a:p>
            <a:pPr indent="0" lvl="0" marL="0" marR="0" rtl="0" algn="l">
              <a:lnSpc>
                <a:spcPct val="100000"/>
              </a:lnSpc>
              <a:spcBef>
                <a:spcPts val="0"/>
              </a:spcBef>
              <a:spcAft>
                <a:spcPts val="0"/>
              </a:spcAft>
              <a:buClr>
                <a:srgbClr val="000000"/>
              </a:buClr>
              <a:buSzPts val="900"/>
              <a:buFont typeface="Arial"/>
              <a:buNone/>
            </a:pPr>
            <a:r>
              <a:rPr i="0" lang="en-US" sz="900" u="none" cap="none" strike="noStrike">
                <a:solidFill>
                  <a:schemeClr val="dk1"/>
                </a:solidFill>
                <a:latin typeface="Arial"/>
                <a:ea typeface="Arial"/>
                <a:cs typeface="Arial"/>
                <a:sym typeface="Arial"/>
              </a:rPr>
              <a:t>95% CI = [0.1753, 0.5866]</a:t>
            </a:r>
            <a:endParaRPr/>
          </a:p>
          <a:p>
            <a:pPr indent="0" lvl="0" marL="0" marR="0" rtl="0" algn="l">
              <a:lnSpc>
                <a:spcPct val="100000"/>
              </a:lnSpc>
              <a:spcBef>
                <a:spcPts val="0"/>
              </a:spcBef>
              <a:spcAft>
                <a:spcPts val="0"/>
              </a:spcAft>
              <a:buClr>
                <a:srgbClr val="000000"/>
              </a:buClr>
              <a:buSzPts val="900"/>
              <a:buFont typeface="Arial"/>
              <a:buNone/>
            </a:pPr>
            <a:r>
              <a:rPr i="1" lang="en-US" sz="900">
                <a:solidFill>
                  <a:schemeClr val="dk1"/>
                </a:solidFill>
                <a:latin typeface="Arial"/>
                <a:ea typeface="Arial"/>
                <a:cs typeface="Arial"/>
                <a:sym typeface="Arial"/>
              </a:rPr>
              <a:t>P</a:t>
            </a:r>
            <a:r>
              <a:rPr i="0" lang="en-US" sz="900" u="none" cap="none" strike="noStrike">
                <a:solidFill>
                  <a:schemeClr val="dk1"/>
                </a:solidFill>
                <a:latin typeface="Arial"/>
                <a:ea typeface="Arial"/>
                <a:cs typeface="Arial"/>
                <a:sym typeface="Arial"/>
              </a:rPr>
              <a:t>&lt;0.001</a:t>
            </a:r>
            <a:endParaRPr/>
          </a:p>
        </p:txBody>
      </p:sp>
      <p:sp>
        <p:nvSpPr>
          <p:cNvPr id="536" name="Google Shape;536;p10"/>
          <p:cNvSpPr/>
          <p:nvPr/>
        </p:nvSpPr>
        <p:spPr>
          <a:xfrm>
            <a:off x="1680721" y="1785366"/>
            <a:ext cx="9809747" cy="2901378"/>
          </a:xfrm>
          <a:custGeom>
            <a:rect b="b" l="l" r="r" t="t"/>
            <a:pathLst>
              <a:path extrusionOk="0" h="2361600" w="9244800">
                <a:moveTo>
                  <a:pt x="0" y="0"/>
                </a:moveTo>
                <a:lnTo>
                  <a:pt x="0" y="2361600"/>
                </a:lnTo>
                <a:lnTo>
                  <a:pt x="144000" y="2361600"/>
                </a:lnTo>
                <a:lnTo>
                  <a:pt x="9244800" y="2361600"/>
                </a:lnTo>
              </a:path>
            </a:pathLst>
          </a:custGeom>
          <a:noFill/>
          <a:ln cap="flat" cmpd="sng" w="12700">
            <a:solidFill>
              <a:srgbClr val="3D522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 </a:t>
            </a:r>
            <a:endParaRPr/>
          </a:p>
        </p:txBody>
      </p:sp>
      <p:cxnSp>
        <p:nvCxnSpPr>
          <p:cNvPr id="537" name="Google Shape;537;p10"/>
          <p:cNvCxnSpPr/>
          <p:nvPr/>
        </p:nvCxnSpPr>
        <p:spPr>
          <a:xfrm rot="10800000">
            <a:off x="2863285"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38" name="Google Shape;538;p10"/>
          <p:cNvCxnSpPr/>
          <p:nvPr/>
        </p:nvCxnSpPr>
        <p:spPr>
          <a:xfrm rot="10800000">
            <a:off x="3596924"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39" name="Google Shape;539;p10"/>
          <p:cNvCxnSpPr/>
          <p:nvPr/>
        </p:nvCxnSpPr>
        <p:spPr>
          <a:xfrm rot="10800000">
            <a:off x="4330563"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0" name="Google Shape;540;p10"/>
          <p:cNvCxnSpPr/>
          <p:nvPr/>
        </p:nvCxnSpPr>
        <p:spPr>
          <a:xfrm rot="10800000">
            <a:off x="5064202"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1" name="Google Shape;541;p10"/>
          <p:cNvCxnSpPr/>
          <p:nvPr/>
        </p:nvCxnSpPr>
        <p:spPr>
          <a:xfrm rot="10800000">
            <a:off x="5797841"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2" name="Google Shape;542;p10"/>
          <p:cNvCxnSpPr/>
          <p:nvPr/>
        </p:nvCxnSpPr>
        <p:spPr>
          <a:xfrm rot="10800000">
            <a:off x="6531480"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3" name="Google Shape;543;p10"/>
          <p:cNvCxnSpPr/>
          <p:nvPr/>
        </p:nvCxnSpPr>
        <p:spPr>
          <a:xfrm rot="10800000">
            <a:off x="7265119"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4" name="Google Shape;544;p10"/>
          <p:cNvCxnSpPr/>
          <p:nvPr/>
        </p:nvCxnSpPr>
        <p:spPr>
          <a:xfrm rot="10800000">
            <a:off x="7998758"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5" name="Google Shape;545;p10"/>
          <p:cNvCxnSpPr/>
          <p:nvPr/>
        </p:nvCxnSpPr>
        <p:spPr>
          <a:xfrm rot="10800000">
            <a:off x="8732397"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6" name="Google Shape;546;p10"/>
          <p:cNvCxnSpPr/>
          <p:nvPr/>
        </p:nvCxnSpPr>
        <p:spPr>
          <a:xfrm rot="10800000">
            <a:off x="9466036"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7" name="Google Shape;547;p10"/>
          <p:cNvCxnSpPr/>
          <p:nvPr/>
        </p:nvCxnSpPr>
        <p:spPr>
          <a:xfrm rot="10800000">
            <a:off x="10199675" y="4686342"/>
            <a:ext cx="0" cy="124246"/>
          </a:xfrm>
          <a:prstGeom prst="straightConnector1">
            <a:avLst/>
          </a:prstGeom>
          <a:noFill/>
          <a:ln cap="flat" cmpd="sng" w="12700">
            <a:solidFill>
              <a:schemeClr val="dk1"/>
            </a:solidFill>
            <a:prstDash val="solid"/>
            <a:miter lim="800000"/>
            <a:headEnd len="sm" w="sm" type="none"/>
            <a:tailEnd len="sm" w="sm" type="none"/>
          </a:ln>
        </p:spPr>
      </p:cxnSp>
      <p:cxnSp>
        <p:nvCxnSpPr>
          <p:cNvPr id="548" name="Google Shape;548;p10"/>
          <p:cNvCxnSpPr/>
          <p:nvPr/>
        </p:nvCxnSpPr>
        <p:spPr>
          <a:xfrm rot="10800000">
            <a:off x="10933313" y="4686342"/>
            <a:ext cx="0" cy="124246"/>
          </a:xfrm>
          <a:prstGeom prst="straightConnector1">
            <a:avLst/>
          </a:prstGeom>
          <a:noFill/>
          <a:ln cap="flat" cmpd="sng" w="12700">
            <a:solidFill>
              <a:schemeClr val="dk1"/>
            </a:solidFill>
            <a:prstDash val="solid"/>
            <a:miter lim="800000"/>
            <a:headEnd len="sm" w="sm" type="none"/>
            <a:tailEnd len="sm" w="sm" type="none"/>
          </a:ln>
        </p:spPr>
      </p:cxnSp>
      <p:sp>
        <p:nvSpPr>
          <p:cNvPr id="549" name="Google Shape;549;p10"/>
          <p:cNvSpPr/>
          <p:nvPr/>
        </p:nvSpPr>
        <p:spPr>
          <a:xfrm>
            <a:off x="2141158" y="2103693"/>
            <a:ext cx="9272081" cy="2417488"/>
          </a:xfrm>
          <a:custGeom>
            <a:rect b="b" l="l" r="r" t="t"/>
            <a:pathLst>
              <a:path extrusionOk="0" h="1719618" w="8757313">
                <a:moveTo>
                  <a:pt x="8757313" y="0"/>
                </a:moveTo>
                <a:lnTo>
                  <a:pt x="4344537" y="0"/>
                </a:lnTo>
                <a:lnTo>
                  <a:pt x="4344537" y="81887"/>
                </a:lnTo>
                <a:lnTo>
                  <a:pt x="4194412" y="81887"/>
                </a:lnTo>
                <a:lnTo>
                  <a:pt x="4194412" y="168322"/>
                </a:lnTo>
                <a:lnTo>
                  <a:pt x="4121624" y="168322"/>
                </a:lnTo>
                <a:lnTo>
                  <a:pt x="4121624" y="227463"/>
                </a:lnTo>
                <a:lnTo>
                  <a:pt x="3625755" y="227463"/>
                </a:lnTo>
                <a:lnTo>
                  <a:pt x="3625755" y="304800"/>
                </a:lnTo>
                <a:lnTo>
                  <a:pt x="3452883" y="304800"/>
                </a:lnTo>
                <a:lnTo>
                  <a:pt x="3452883" y="427630"/>
                </a:lnTo>
                <a:lnTo>
                  <a:pt x="2092656" y="427630"/>
                </a:lnTo>
                <a:lnTo>
                  <a:pt x="2092656" y="541361"/>
                </a:lnTo>
                <a:lnTo>
                  <a:pt x="2092656" y="541361"/>
                </a:lnTo>
                <a:lnTo>
                  <a:pt x="2072258" y="542448"/>
                </a:lnTo>
                <a:cubicBezTo>
                  <a:pt x="2072536" y="566781"/>
                  <a:pt x="2073848" y="566781"/>
                  <a:pt x="2072815" y="591114"/>
                </a:cubicBezTo>
                <a:cubicBezTo>
                  <a:pt x="2061301" y="591258"/>
                  <a:pt x="2055729" y="592307"/>
                  <a:pt x="2047164" y="591403"/>
                </a:cubicBezTo>
                <a:lnTo>
                  <a:pt x="2047164" y="641445"/>
                </a:lnTo>
                <a:lnTo>
                  <a:pt x="1846997" y="641445"/>
                </a:lnTo>
                <a:lnTo>
                  <a:pt x="1846997" y="691487"/>
                </a:lnTo>
                <a:lnTo>
                  <a:pt x="1437564" y="691487"/>
                </a:lnTo>
                <a:lnTo>
                  <a:pt x="1437564" y="755176"/>
                </a:lnTo>
                <a:lnTo>
                  <a:pt x="1392071" y="755176"/>
                </a:lnTo>
                <a:lnTo>
                  <a:pt x="1392071" y="832513"/>
                </a:lnTo>
                <a:lnTo>
                  <a:pt x="1237397" y="832513"/>
                </a:lnTo>
                <a:lnTo>
                  <a:pt x="1237397" y="878006"/>
                </a:lnTo>
                <a:lnTo>
                  <a:pt x="1059976" y="878006"/>
                </a:lnTo>
                <a:lnTo>
                  <a:pt x="1059976" y="1064525"/>
                </a:lnTo>
                <a:lnTo>
                  <a:pt x="904962" y="1066273"/>
                </a:lnTo>
                <a:cubicBezTo>
                  <a:pt x="904379" y="1097066"/>
                  <a:pt x="905545" y="1119116"/>
                  <a:pt x="904962" y="1149909"/>
                </a:cubicBezTo>
                <a:lnTo>
                  <a:pt x="876953" y="1148160"/>
                </a:lnTo>
                <a:cubicBezTo>
                  <a:pt x="877536" y="1160399"/>
                  <a:pt x="878118" y="1172638"/>
                  <a:pt x="878701" y="1184877"/>
                </a:cubicBezTo>
                <a:lnTo>
                  <a:pt x="832513" y="1187355"/>
                </a:lnTo>
                <a:lnTo>
                  <a:pt x="832513" y="1264693"/>
                </a:lnTo>
                <a:lnTo>
                  <a:pt x="832513" y="1264693"/>
                </a:lnTo>
                <a:lnTo>
                  <a:pt x="806287" y="1268189"/>
                </a:lnTo>
                <a:cubicBezTo>
                  <a:pt x="806870" y="1281373"/>
                  <a:pt x="809200" y="1291060"/>
                  <a:pt x="809783" y="1304244"/>
                </a:cubicBezTo>
                <a:lnTo>
                  <a:pt x="783863" y="1304244"/>
                </a:lnTo>
                <a:cubicBezTo>
                  <a:pt x="783280" y="1317648"/>
                  <a:pt x="782698" y="1331053"/>
                  <a:pt x="782115" y="1344457"/>
                </a:cubicBezTo>
                <a:lnTo>
                  <a:pt x="746077" y="1347275"/>
                </a:lnTo>
                <a:lnTo>
                  <a:pt x="746077" y="1382973"/>
                </a:lnTo>
                <a:lnTo>
                  <a:pt x="740832" y="1384721"/>
                </a:lnTo>
                <a:lnTo>
                  <a:pt x="711109" y="1383754"/>
                </a:lnTo>
                <a:cubicBezTo>
                  <a:pt x="710866" y="1421053"/>
                  <a:pt x="714119" y="1454855"/>
                  <a:pt x="713876" y="1492154"/>
                </a:cubicBezTo>
                <a:lnTo>
                  <a:pt x="609600" y="1492155"/>
                </a:lnTo>
                <a:lnTo>
                  <a:pt x="609600" y="1533099"/>
                </a:lnTo>
                <a:lnTo>
                  <a:pt x="564107" y="1533099"/>
                </a:lnTo>
                <a:cubicBezTo>
                  <a:pt x="563524" y="1547799"/>
                  <a:pt x="562942" y="1562499"/>
                  <a:pt x="562359" y="1577199"/>
                </a:cubicBezTo>
                <a:lnTo>
                  <a:pt x="543126" y="1571954"/>
                </a:lnTo>
                <a:lnTo>
                  <a:pt x="540309" y="1613237"/>
                </a:lnTo>
                <a:lnTo>
                  <a:pt x="418531" y="1614985"/>
                </a:lnTo>
                <a:lnTo>
                  <a:pt x="415034" y="1653450"/>
                </a:lnTo>
                <a:lnTo>
                  <a:pt x="389131" y="1653128"/>
                </a:lnTo>
                <a:cubicBezTo>
                  <a:pt x="389125" y="1663624"/>
                  <a:pt x="382126" y="1679365"/>
                  <a:pt x="382120" y="1689861"/>
                </a:cubicBezTo>
                <a:lnTo>
                  <a:pt x="268049" y="1688112"/>
                </a:lnTo>
                <a:cubicBezTo>
                  <a:pt x="268632" y="1698031"/>
                  <a:pt x="269214" y="1707951"/>
                  <a:pt x="269797" y="1717870"/>
                </a:cubicBezTo>
                <a:lnTo>
                  <a:pt x="0" y="1719618"/>
                </a:lnTo>
              </a:path>
            </a:pathLst>
          </a:custGeom>
          <a:noFill/>
          <a:ln cap="flat" cmpd="sng" w="12700">
            <a:solidFill>
              <a:schemeClr val="accent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0" name="Google Shape;550;p10"/>
          <p:cNvSpPr/>
          <p:nvPr/>
        </p:nvSpPr>
        <p:spPr>
          <a:xfrm>
            <a:off x="2422385" y="2718510"/>
            <a:ext cx="8862827" cy="1803044"/>
          </a:xfrm>
          <a:custGeom>
            <a:rect b="b" l="l" r="r" t="t"/>
            <a:pathLst>
              <a:path extrusionOk="0" h="53218080" w="343753440">
                <a:moveTo>
                  <a:pt x="311261760" y="0"/>
                </a:moveTo>
                <a:lnTo>
                  <a:pt x="343753440" y="0"/>
                </a:lnTo>
                <a:lnTo>
                  <a:pt x="343753440" y="36027360"/>
                </a:lnTo>
                <a:lnTo>
                  <a:pt x="311261760" y="36027360"/>
                </a:lnTo>
                <a:lnTo>
                  <a:pt x="311261760" y="38732460"/>
                </a:lnTo>
                <a:lnTo>
                  <a:pt x="286039560" y="38732460"/>
                </a:lnTo>
                <a:lnTo>
                  <a:pt x="286039560" y="40904160"/>
                </a:lnTo>
                <a:lnTo>
                  <a:pt x="215005920" y="40904160"/>
                </a:lnTo>
                <a:lnTo>
                  <a:pt x="215005920" y="43220640"/>
                </a:lnTo>
                <a:lnTo>
                  <a:pt x="175320960" y="43220640"/>
                </a:lnTo>
                <a:lnTo>
                  <a:pt x="175320960" y="44805601"/>
                </a:lnTo>
                <a:lnTo>
                  <a:pt x="160309570" y="44805601"/>
                </a:lnTo>
                <a:lnTo>
                  <a:pt x="160309570" y="47975520"/>
                </a:lnTo>
                <a:lnTo>
                  <a:pt x="132056790" y="47975520"/>
                </a:lnTo>
                <a:lnTo>
                  <a:pt x="132056790" y="49438560"/>
                </a:lnTo>
                <a:lnTo>
                  <a:pt x="54202168" y="49438560"/>
                </a:lnTo>
                <a:lnTo>
                  <a:pt x="54202168" y="50352960"/>
                </a:lnTo>
                <a:lnTo>
                  <a:pt x="48280344" y="50352960"/>
                </a:lnTo>
                <a:lnTo>
                  <a:pt x="48280344" y="50413920"/>
                </a:lnTo>
                <a:lnTo>
                  <a:pt x="47548816" y="50413920"/>
                </a:lnTo>
                <a:lnTo>
                  <a:pt x="47487864" y="50413920"/>
                </a:lnTo>
                <a:lnTo>
                  <a:pt x="47487864" y="51572160"/>
                </a:lnTo>
                <a:lnTo>
                  <a:pt x="46390576" y="51572160"/>
                </a:lnTo>
                <a:lnTo>
                  <a:pt x="46390576" y="52547520"/>
                </a:lnTo>
                <a:lnTo>
                  <a:pt x="23225776" y="52547520"/>
                </a:lnTo>
                <a:lnTo>
                  <a:pt x="23225776" y="53218080"/>
                </a:lnTo>
                <a:lnTo>
                  <a:pt x="0" y="53218080"/>
                </a:lnTo>
                <a:lnTo>
                  <a:pt x="0" y="49133760"/>
                </a:lnTo>
                <a:lnTo>
                  <a:pt x="60960" y="49133760"/>
                </a:lnTo>
                <a:lnTo>
                  <a:pt x="60960" y="49072800"/>
                </a:lnTo>
                <a:lnTo>
                  <a:pt x="121920" y="49133760"/>
                </a:lnTo>
                <a:lnTo>
                  <a:pt x="9265920" y="49133760"/>
                </a:lnTo>
                <a:lnTo>
                  <a:pt x="9265920" y="46451520"/>
                </a:lnTo>
                <a:lnTo>
                  <a:pt x="18348960" y="46451520"/>
                </a:lnTo>
                <a:lnTo>
                  <a:pt x="18348960" y="44074081"/>
                </a:lnTo>
                <a:lnTo>
                  <a:pt x="23286752" y="44074081"/>
                </a:lnTo>
                <a:lnTo>
                  <a:pt x="23286752" y="39441121"/>
                </a:lnTo>
                <a:lnTo>
                  <a:pt x="46695384" y="39441121"/>
                </a:lnTo>
                <a:cubicBezTo>
                  <a:pt x="46629928" y="38852091"/>
                  <a:pt x="46634424" y="39076487"/>
                  <a:pt x="46634424" y="38770561"/>
                </a:cubicBezTo>
                <a:lnTo>
                  <a:pt x="46634424" y="37063681"/>
                </a:lnTo>
                <a:lnTo>
                  <a:pt x="47594536" y="37063681"/>
                </a:lnTo>
                <a:lnTo>
                  <a:pt x="47594536" y="34503363"/>
                </a:lnTo>
                <a:lnTo>
                  <a:pt x="53766744" y="34503363"/>
                </a:lnTo>
                <a:lnTo>
                  <a:pt x="53766744" y="32217362"/>
                </a:lnTo>
                <a:lnTo>
                  <a:pt x="131795536" y="32217362"/>
                </a:lnTo>
                <a:lnTo>
                  <a:pt x="131795536" y="28102562"/>
                </a:lnTo>
                <a:lnTo>
                  <a:pt x="160218127" y="28102562"/>
                </a:lnTo>
                <a:lnTo>
                  <a:pt x="160218127" y="20253964"/>
                </a:lnTo>
                <a:lnTo>
                  <a:pt x="175305720" y="20253964"/>
                </a:lnTo>
                <a:lnTo>
                  <a:pt x="175305720" y="16139160"/>
                </a:lnTo>
                <a:lnTo>
                  <a:pt x="215005920" y="16139160"/>
                </a:lnTo>
                <a:lnTo>
                  <a:pt x="215005920" y="11414760"/>
                </a:lnTo>
                <a:lnTo>
                  <a:pt x="286024320" y="11414760"/>
                </a:lnTo>
                <a:lnTo>
                  <a:pt x="286024320" y="5547360"/>
                </a:lnTo>
                <a:lnTo>
                  <a:pt x="311261760" y="5547360"/>
                </a:lnTo>
                <a:close/>
              </a:path>
            </a:pathLst>
          </a:custGeom>
          <a:solidFill>
            <a:srgbClr val="D2E7B8">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1" name="Google Shape;551;p10"/>
          <p:cNvSpPr/>
          <p:nvPr/>
        </p:nvSpPr>
        <p:spPr>
          <a:xfrm>
            <a:off x="2546103" y="3283337"/>
            <a:ext cx="8741228" cy="1198535"/>
          </a:xfrm>
          <a:custGeom>
            <a:rect b="b" l="l" r="r" t="t"/>
            <a:pathLst>
              <a:path extrusionOk="0" h="17294086" w="164035404">
                <a:moveTo>
                  <a:pt x="0" y="17294086"/>
                </a:moveTo>
                <a:lnTo>
                  <a:pt x="2107095" y="17294086"/>
                </a:lnTo>
                <a:lnTo>
                  <a:pt x="2107095" y="16498956"/>
                </a:lnTo>
                <a:lnTo>
                  <a:pt x="6520069" y="16498956"/>
                </a:lnTo>
                <a:lnTo>
                  <a:pt x="6520069" y="15902608"/>
                </a:lnTo>
                <a:lnTo>
                  <a:pt x="8865704" y="15902608"/>
                </a:lnTo>
                <a:lnTo>
                  <a:pt x="8865704" y="14312347"/>
                </a:lnTo>
                <a:lnTo>
                  <a:pt x="20275826" y="14312347"/>
                </a:lnTo>
                <a:lnTo>
                  <a:pt x="20275826" y="13556973"/>
                </a:lnTo>
                <a:lnTo>
                  <a:pt x="20633635" y="13556973"/>
                </a:lnTo>
                <a:lnTo>
                  <a:pt x="20633635" y="12483547"/>
                </a:lnTo>
                <a:lnTo>
                  <a:pt x="23615374" y="12483547"/>
                </a:lnTo>
                <a:lnTo>
                  <a:pt x="23615374" y="11728173"/>
                </a:lnTo>
                <a:lnTo>
                  <a:pt x="61503339" y="11728173"/>
                </a:lnTo>
                <a:lnTo>
                  <a:pt x="61503339" y="10296939"/>
                </a:lnTo>
                <a:lnTo>
                  <a:pt x="75100066" y="10257181"/>
                </a:lnTo>
                <a:cubicBezTo>
                  <a:pt x="75192834" y="9501807"/>
                  <a:pt x="75113324" y="8898834"/>
                  <a:pt x="75100072" y="7752521"/>
                </a:cubicBezTo>
                <a:cubicBezTo>
                  <a:pt x="76279515" y="7838660"/>
                  <a:pt x="81418227" y="7792590"/>
                  <a:pt x="82405514" y="7693199"/>
                </a:cubicBezTo>
                <a:cubicBezTo>
                  <a:pt x="82405514" y="7202868"/>
                  <a:pt x="82534542" y="6612834"/>
                  <a:pt x="82534542" y="6122503"/>
                </a:cubicBezTo>
                <a:lnTo>
                  <a:pt x="101776691" y="6082747"/>
                </a:lnTo>
                <a:lnTo>
                  <a:pt x="101816454" y="4333459"/>
                </a:lnTo>
                <a:lnTo>
                  <a:pt x="136086570" y="4293704"/>
                </a:lnTo>
                <a:lnTo>
                  <a:pt x="136007063" y="2266122"/>
                </a:lnTo>
                <a:lnTo>
                  <a:pt x="148331588" y="2186609"/>
                </a:lnTo>
                <a:lnTo>
                  <a:pt x="148371331" y="0"/>
                </a:lnTo>
                <a:lnTo>
                  <a:pt x="164035404" y="119270"/>
                </a:lnTo>
              </a:path>
            </a:pathLst>
          </a:custGeom>
          <a:no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2" name="Google Shape;552;p10"/>
          <p:cNvSpPr txBox="1"/>
          <p:nvPr/>
        </p:nvSpPr>
        <p:spPr>
          <a:xfrm>
            <a:off x="199452" y="4774660"/>
            <a:ext cx="1662892" cy="7232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Number at risk</a:t>
            </a:r>
            <a:endParaRPr/>
          </a:p>
          <a:p>
            <a:pPr indent="0" lvl="0" marL="0" marR="0" rtl="0" algn="r">
              <a:spcBef>
                <a:spcPts val="600"/>
              </a:spcBef>
              <a:spcAft>
                <a:spcPts val="0"/>
              </a:spcAft>
              <a:buNone/>
            </a:pPr>
            <a:r>
              <a:rPr lang="en-US" sz="1200">
                <a:solidFill>
                  <a:schemeClr val="accent1"/>
                </a:solidFill>
                <a:latin typeface="Arial"/>
                <a:ea typeface="Arial"/>
                <a:cs typeface="Arial"/>
                <a:sym typeface="Arial"/>
              </a:rPr>
              <a:t>TRTA=EFG PH20 SC</a:t>
            </a:r>
            <a:endParaRPr/>
          </a:p>
          <a:p>
            <a:pPr indent="0" lvl="0" marL="0" marR="0" rtl="0" algn="r">
              <a:spcBef>
                <a:spcPts val="0"/>
              </a:spcBef>
              <a:spcAft>
                <a:spcPts val="0"/>
              </a:spcAft>
              <a:buNone/>
            </a:pPr>
            <a:r>
              <a:rPr lang="en-US" sz="1200">
                <a:solidFill>
                  <a:schemeClr val="accent5"/>
                </a:solidFill>
                <a:latin typeface="Arial"/>
                <a:ea typeface="Arial"/>
                <a:cs typeface="Arial"/>
                <a:sym typeface="Arial"/>
              </a:rPr>
              <a:t>TRTA=PBO PH20 SC</a:t>
            </a:r>
            <a:endParaRPr/>
          </a:p>
        </p:txBody>
      </p:sp>
      <p:cxnSp>
        <p:nvCxnSpPr>
          <p:cNvPr id="553" name="Google Shape;553;p10"/>
          <p:cNvCxnSpPr/>
          <p:nvPr/>
        </p:nvCxnSpPr>
        <p:spPr>
          <a:xfrm>
            <a:off x="1539097" y="4664037"/>
            <a:ext cx="143196" cy="0"/>
          </a:xfrm>
          <a:prstGeom prst="straightConnector1">
            <a:avLst/>
          </a:prstGeom>
          <a:noFill/>
          <a:ln cap="flat" cmpd="sng" w="12700">
            <a:solidFill>
              <a:schemeClr val="dk1"/>
            </a:solidFill>
            <a:prstDash val="solid"/>
            <a:miter lim="800000"/>
            <a:headEnd len="sm" w="sm" type="none"/>
            <a:tailEnd len="sm" w="sm" type="none"/>
          </a:ln>
        </p:spPr>
      </p:cxnSp>
      <p:cxnSp>
        <p:nvCxnSpPr>
          <p:cNvPr id="554" name="Google Shape;554;p10"/>
          <p:cNvCxnSpPr/>
          <p:nvPr/>
        </p:nvCxnSpPr>
        <p:spPr>
          <a:xfrm>
            <a:off x="1539097" y="3541903"/>
            <a:ext cx="143196" cy="0"/>
          </a:xfrm>
          <a:prstGeom prst="straightConnector1">
            <a:avLst/>
          </a:prstGeom>
          <a:noFill/>
          <a:ln cap="flat" cmpd="sng" w="12700">
            <a:solidFill>
              <a:schemeClr val="dk1"/>
            </a:solidFill>
            <a:prstDash val="solid"/>
            <a:miter lim="800000"/>
            <a:headEnd len="sm" w="sm" type="none"/>
            <a:tailEnd len="sm" w="sm" type="none"/>
          </a:ln>
        </p:spPr>
      </p:cxnSp>
      <p:cxnSp>
        <p:nvCxnSpPr>
          <p:cNvPr id="555" name="Google Shape;555;p10"/>
          <p:cNvCxnSpPr/>
          <p:nvPr/>
        </p:nvCxnSpPr>
        <p:spPr>
          <a:xfrm>
            <a:off x="1539097" y="2423617"/>
            <a:ext cx="143196" cy="0"/>
          </a:xfrm>
          <a:prstGeom prst="straightConnector1">
            <a:avLst/>
          </a:prstGeom>
          <a:noFill/>
          <a:ln cap="flat" cmpd="sng" w="12700">
            <a:solidFill>
              <a:schemeClr val="dk1"/>
            </a:solidFill>
            <a:prstDash val="solid"/>
            <a:miter lim="800000"/>
            <a:headEnd len="sm" w="sm" type="none"/>
            <a:tailEnd len="sm" w="sm" type="none"/>
          </a:ln>
        </p:spPr>
      </p:cxnSp>
      <p:sp>
        <p:nvSpPr>
          <p:cNvPr id="556" name="Google Shape;556;p10"/>
          <p:cNvSpPr txBox="1"/>
          <p:nvPr/>
        </p:nvSpPr>
        <p:spPr>
          <a:xfrm>
            <a:off x="1192454" y="4528013"/>
            <a:ext cx="397866"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0.0</a:t>
            </a:r>
            <a:endParaRPr/>
          </a:p>
        </p:txBody>
      </p:sp>
      <p:sp>
        <p:nvSpPr>
          <p:cNvPr id="557" name="Google Shape;557;p10"/>
          <p:cNvSpPr txBox="1"/>
          <p:nvPr/>
        </p:nvSpPr>
        <p:spPr>
          <a:xfrm>
            <a:off x="1192454" y="3403751"/>
            <a:ext cx="397866"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0.2</a:t>
            </a:r>
            <a:endParaRPr/>
          </a:p>
        </p:txBody>
      </p:sp>
      <p:sp>
        <p:nvSpPr>
          <p:cNvPr id="558" name="Google Shape;558;p10"/>
          <p:cNvSpPr txBox="1"/>
          <p:nvPr/>
        </p:nvSpPr>
        <p:spPr>
          <a:xfrm>
            <a:off x="1192454" y="2280737"/>
            <a:ext cx="397866"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0.4</a:t>
            </a:r>
            <a:endParaRPr/>
          </a:p>
        </p:txBody>
      </p:sp>
      <p:sp>
        <p:nvSpPr>
          <p:cNvPr id="559" name="Google Shape;559;p10"/>
          <p:cNvSpPr txBox="1"/>
          <p:nvPr/>
        </p:nvSpPr>
        <p:spPr>
          <a:xfrm rot="-5400000">
            <a:off x="-173428" y="2935207"/>
            <a:ext cx="2319807" cy="307777"/>
          </a:xfrm>
          <a:prstGeom prst="rect">
            <a:avLst/>
          </a:prstGeom>
          <a:noFill/>
          <a:ln>
            <a:noFill/>
          </a:ln>
        </p:spPr>
        <p:txBody>
          <a:bodyPr anchorCtr="0" anchor="t" bIns="60950" lIns="121900" spcFirstLastPara="1" rIns="121900" wrap="square" tIns="6095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424242"/>
                </a:solidFill>
                <a:latin typeface="Arial"/>
                <a:ea typeface="Arial"/>
                <a:cs typeface="Arial"/>
                <a:sym typeface="Arial"/>
              </a:rPr>
              <a:t>Probability of deterioration</a:t>
            </a:r>
            <a:endParaRPr/>
          </a:p>
        </p:txBody>
      </p:sp>
      <p:grpSp>
        <p:nvGrpSpPr>
          <p:cNvPr id="560" name="Google Shape;560;p10"/>
          <p:cNvGrpSpPr/>
          <p:nvPr/>
        </p:nvGrpSpPr>
        <p:grpSpPr>
          <a:xfrm>
            <a:off x="11353717" y="2047122"/>
            <a:ext cx="123627" cy="123627"/>
            <a:chOff x="13395179" y="993305"/>
            <a:chExt cx="123627" cy="123627"/>
          </a:xfrm>
        </p:grpSpPr>
        <p:cxnSp>
          <p:nvCxnSpPr>
            <p:cNvPr id="561" name="Google Shape;56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62" name="Google Shape;56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63" name="Google Shape;563;p10"/>
          <p:cNvGrpSpPr/>
          <p:nvPr/>
        </p:nvGrpSpPr>
        <p:grpSpPr>
          <a:xfrm>
            <a:off x="11236100" y="3222806"/>
            <a:ext cx="123627" cy="123627"/>
            <a:chOff x="13395179" y="993305"/>
            <a:chExt cx="123627" cy="123627"/>
          </a:xfrm>
        </p:grpSpPr>
        <p:cxnSp>
          <p:nvCxnSpPr>
            <p:cNvPr id="564" name="Google Shape;56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565" name="Google Shape;56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566" name="Google Shape;566;p10"/>
          <p:cNvGrpSpPr/>
          <p:nvPr/>
        </p:nvGrpSpPr>
        <p:grpSpPr>
          <a:xfrm>
            <a:off x="11098001" y="2047122"/>
            <a:ext cx="123627" cy="123627"/>
            <a:chOff x="13395179" y="993305"/>
            <a:chExt cx="123627" cy="123627"/>
          </a:xfrm>
        </p:grpSpPr>
        <p:cxnSp>
          <p:nvCxnSpPr>
            <p:cNvPr id="567" name="Google Shape;56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68" name="Google Shape;56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69" name="Google Shape;569;p10"/>
          <p:cNvGrpSpPr/>
          <p:nvPr/>
        </p:nvGrpSpPr>
        <p:grpSpPr>
          <a:xfrm>
            <a:off x="10939251" y="2053472"/>
            <a:ext cx="123627" cy="123627"/>
            <a:chOff x="13395179" y="993305"/>
            <a:chExt cx="123627" cy="123627"/>
          </a:xfrm>
        </p:grpSpPr>
        <p:cxnSp>
          <p:nvCxnSpPr>
            <p:cNvPr id="570" name="Google Shape;57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71" name="Google Shape;57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72" name="Google Shape;572;p10"/>
          <p:cNvGrpSpPr/>
          <p:nvPr/>
        </p:nvGrpSpPr>
        <p:grpSpPr>
          <a:xfrm>
            <a:off x="10907501" y="2053472"/>
            <a:ext cx="123627" cy="123627"/>
            <a:chOff x="13395179" y="993305"/>
            <a:chExt cx="123627" cy="123627"/>
          </a:xfrm>
        </p:grpSpPr>
        <p:cxnSp>
          <p:nvCxnSpPr>
            <p:cNvPr id="573" name="Google Shape;57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74" name="Google Shape;57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75" name="Google Shape;575;p10"/>
          <p:cNvGrpSpPr/>
          <p:nvPr/>
        </p:nvGrpSpPr>
        <p:grpSpPr>
          <a:xfrm>
            <a:off x="10882101" y="2053472"/>
            <a:ext cx="123627" cy="123627"/>
            <a:chOff x="13395179" y="993305"/>
            <a:chExt cx="123627" cy="123627"/>
          </a:xfrm>
        </p:grpSpPr>
        <p:cxnSp>
          <p:nvCxnSpPr>
            <p:cNvPr id="576" name="Google Shape;57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77" name="Google Shape;57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78" name="Google Shape;578;p10"/>
          <p:cNvGrpSpPr/>
          <p:nvPr/>
        </p:nvGrpSpPr>
        <p:grpSpPr>
          <a:xfrm>
            <a:off x="10834476" y="2053472"/>
            <a:ext cx="123627" cy="123627"/>
            <a:chOff x="13395179" y="993305"/>
            <a:chExt cx="123627" cy="123627"/>
          </a:xfrm>
        </p:grpSpPr>
        <p:cxnSp>
          <p:nvCxnSpPr>
            <p:cNvPr id="579" name="Google Shape;57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80" name="Google Shape;58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81" name="Google Shape;581;p10"/>
          <p:cNvGrpSpPr/>
          <p:nvPr/>
        </p:nvGrpSpPr>
        <p:grpSpPr>
          <a:xfrm>
            <a:off x="10529676" y="2053472"/>
            <a:ext cx="123627" cy="123627"/>
            <a:chOff x="13395179" y="993305"/>
            <a:chExt cx="123627" cy="123627"/>
          </a:xfrm>
        </p:grpSpPr>
        <p:cxnSp>
          <p:nvCxnSpPr>
            <p:cNvPr id="582" name="Google Shape;58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83" name="Google Shape;58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84" name="Google Shape;584;p10"/>
          <p:cNvGrpSpPr/>
          <p:nvPr/>
        </p:nvGrpSpPr>
        <p:grpSpPr>
          <a:xfrm>
            <a:off x="10155026" y="2053472"/>
            <a:ext cx="123627" cy="123627"/>
            <a:chOff x="13395179" y="993305"/>
            <a:chExt cx="123627" cy="123627"/>
          </a:xfrm>
        </p:grpSpPr>
        <p:cxnSp>
          <p:nvCxnSpPr>
            <p:cNvPr id="585" name="Google Shape;58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86" name="Google Shape;58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87" name="Google Shape;587;p10"/>
          <p:cNvGrpSpPr/>
          <p:nvPr/>
        </p:nvGrpSpPr>
        <p:grpSpPr>
          <a:xfrm>
            <a:off x="10116926" y="2053472"/>
            <a:ext cx="122593" cy="123627"/>
            <a:chOff x="13395179" y="993305"/>
            <a:chExt cx="123627" cy="123627"/>
          </a:xfrm>
        </p:grpSpPr>
        <p:cxnSp>
          <p:nvCxnSpPr>
            <p:cNvPr id="588" name="Google Shape;58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89" name="Google Shape;58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90" name="Google Shape;590;p10"/>
          <p:cNvGrpSpPr/>
          <p:nvPr/>
        </p:nvGrpSpPr>
        <p:grpSpPr>
          <a:xfrm>
            <a:off x="9948651" y="2053472"/>
            <a:ext cx="123627" cy="123627"/>
            <a:chOff x="13395179" y="993305"/>
            <a:chExt cx="123627" cy="123627"/>
          </a:xfrm>
        </p:grpSpPr>
        <p:cxnSp>
          <p:nvCxnSpPr>
            <p:cNvPr id="591" name="Google Shape;59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92" name="Google Shape;59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93" name="Google Shape;593;p10"/>
          <p:cNvGrpSpPr/>
          <p:nvPr/>
        </p:nvGrpSpPr>
        <p:grpSpPr>
          <a:xfrm>
            <a:off x="9783551" y="2053472"/>
            <a:ext cx="123627" cy="123627"/>
            <a:chOff x="13395179" y="993305"/>
            <a:chExt cx="123627" cy="123627"/>
          </a:xfrm>
        </p:grpSpPr>
        <p:cxnSp>
          <p:nvCxnSpPr>
            <p:cNvPr id="594" name="Google Shape;59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95" name="Google Shape;59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96" name="Google Shape;596;p10"/>
          <p:cNvGrpSpPr/>
          <p:nvPr/>
        </p:nvGrpSpPr>
        <p:grpSpPr>
          <a:xfrm>
            <a:off x="8850101" y="2053472"/>
            <a:ext cx="123627" cy="123627"/>
            <a:chOff x="13395179" y="993305"/>
            <a:chExt cx="123627" cy="123627"/>
          </a:xfrm>
        </p:grpSpPr>
        <p:cxnSp>
          <p:nvCxnSpPr>
            <p:cNvPr id="597" name="Google Shape;59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598" name="Google Shape;59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599" name="Google Shape;599;p10"/>
          <p:cNvGrpSpPr/>
          <p:nvPr/>
        </p:nvGrpSpPr>
        <p:grpSpPr>
          <a:xfrm>
            <a:off x="8710401" y="2053472"/>
            <a:ext cx="123627" cy="123627"/>
            <a:chOff x="13395179" y="993305"/>
            <a:chExt cx="123627" cy="123627"/>
          </a:xfrm>
        </p:grpSpPr>
        <p:cxnSp>
          <p:nvCxnSpPr>
            <p:cNvPr id="600" name="Google Shape;60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01" name="Google Shape;60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02" name="Google Shape;602;p10"/>
          <p:cNvGrpSpPr/>
          <p:nvPr/>
        </p:nvGrpSpPr>
        <p:grpSpPr>
          <a:xfrm>
            <a:off x="8110326" y="2053472"/>
            <a:ext cx="123627" cy="123627"/>
            <a:chOff x="13395179" y="993305"/>
            <a:chExt cx="123627" cy="123627"/>
          </a:xfrm>
        </p:grpSpPr>
        <p:cxnSp>
          <p:nvCxnSpPr>
            <p:cNvPr id="603" name="Google Shape;60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04" name="Google Shape;60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05" name="Google Shape;605;p10"/>
          <p:cNvGrpSpPr/>
          <p:nvPr/>
        </p:nvGrpSpPr>
        <p:grpSpPr>
          <a:xfrm>
            <a:off x="8142076" y="2053472"/>
            <a:ext cx="123627" cy="123627"/>
            <a:chOff x="13395179" y="993305"/>
            <a:chExt cx="123627" cy="123627"/>
          </a:xfrm>
        </p:grpSpPr>
        <p:cxnSp>
          <p:nvCxnSpPr>
            <p:cNvPr id="606" name="Google Shape;60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07" name="Google Shape;60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08" name="Google Shape;608;p10"/>
          <p:cNvGrpSpPr/>
          <p:nvPr/>
        </p:nvGrpSpPr>
        <p:grpSpPr>
          <a:xfrm>
            <a:off x="7722976" y="2053472"/>
            <a:ext cx="123627" cy="123627"/>
            <a:chOff x="13395179" y="993305"/>
            <a:chExt cx="123627" cy="123627"/>
          </a:xfrm>
        </p:grpSpPr>
        <p:cxnSp>
          <p:nvCxnSpPr>
            <p:cNvPr id="609" name="Google Shape;60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10" name="Google Shape;61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11" name="Google Shape;611;p10"/>
          <p:cNvGrpSpPr/>
          <p:nvPr/>
        </p:nvGrpSpPr>
        <p:grpSpPr>
          <a:xfrm>
            <a:off x="7227676" y="2053472"/>
            <a:ext cx="123627" cy="123627"/>
            <a:chOff x="13395179" y="993305"/>
            <a:chExt cx="123627" cy="123627"/>
          </a:xfrm>
        </p:grpSpPr>
        <p:cxnSp>
          <p:nvCxnSpPr>
            <p:cNvPr id="612" name="Google Shape;61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13" name="Google Shape;61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14" name="Google Shape;614;p10"/>
          <p:cNvGrpSpPr/>
          <p:nvPr/>
        </p:nvGrpSpPr>
        <p:grpSpPr>
          <a:xfrm>
            <a:off x="6992726" y="2053472"/>
            <a:ext cx="123627" cy="123627"/>
            <a:chOff x="13395179" y="993305"/>
            <a:chExt cx="123627" cy="123627"/>
          </a:xfrm>
        </p:grpSpPr>
        <p:cxnSp>
          <p:nvCxnSpPr>
            <p:cNvPr id="615" name="Google Shape;61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16" name="Google Shape;61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17" name="Google Shape;617;p10"/>
          <p:cNvGrpSpPr/>
          <p:nvPr/>
        </p:nvGrpSpPr>
        <p:grpSpPr>
          <a:xfrm>
            <a:off x="6941926" y="2053472"/>
            <a:ext cx="123627" cy="123627"/>
            <a:chOff x="13395179" y="993305"/>
            <a:chExt cx="123627" cy="123627"/>
          </a:xfrm>
        </p:grpSpPr>
        <p:cxnSp>
          <p:nvCxnSpPr>
            <p:cNvPr id="618" name="Google Shape;61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19" name="Google Shape;61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20" name="Google Shape;620;p10"/>
          <p:cNvGrpSpPr/>
          <p:nvPr/>
        </p:nvGrpSpPr>
        <p:grpSpPr>
          <a:xfrm>
            <a:off x="6491077" y="2279633"/>
            <a:ext cx="123627" cy="123627"/>
            <a:chOff x="13395179" y="993305"/>
            <a:chExt cx="123627" cy="123627"/>
          </a:xfrm>
        </p:grpSpPr>
        <p:cxnSp>
          <p:nvCxnSpPr>
            <p:cNvPr id="621" name="Google Shape;62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22" name="Google Shape;62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23" name="Google Shape;623;p10"/>
          <p:cNvGrpSpPr/>
          <p:nvPr/>
        </p:nvGrpSpPr>
        <p:grpSpPr>
          <a:xfrm>
            <a:off x="6389477" y="2378058"/>
            <a:ext cx="123627" cy="123627"/>
            <a:chOff x="13395179" y="993305"/>
            <a:chExt cx="123627" cy="123627"/>
          </a:xfrm>
        </p:grpSpPr>
        <p:cxnSp>
          <p:nvCxnSpPr>
            <p:cNvPr id="624" name="Google Shape;62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625" name="Google Shape;62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626" name="Google Shape;626;p10"/>
          <p:cNvGrpSpPr/>
          <p:nvPr/>
        </p:nvGrpSpPr>
        <p:grpSpPr>
          <a:xfrm>
            <a:off x="11069426" y="3222806"/>
            <a:ext cx="123627" cy="123627"/>
            <a:chOff x="13395179" y="993305"/>
            <a:chExt cx="123627" cy="123627"/>
          </a:xfrm>
        </p:grpSpPr>
        <p:cxnSp>
          <p:nvCxnSpPr>
            <p:cNvPr id="627" name="Google Shape;62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28" name="Google Shape;62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29" name="Google Shape;629;p10"/>
          <p:cNvGrpSpPr/>
          <p:nvPr/>
        </p:nvGrpSpPr>
        <p:grpSpPr>
          <a:xfrm>
            <a:off x="10986876" y="3222806"/>
            <a:ext cx="123627" cy="123627"/>
            <a:chOff x="13395179" y="993305"/>
            <a:chExt cx="123627" cy="123627"/>
          </a:xfrm>
        </p:grpSpPr>
        <p:cxnSp>
          <p:nvCxnSpPr>
            <p:cNvPr id="630" name="Google Shape;63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31" name="Google Shape;63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32" name="Google Shape;632;p10"/>
          <p:cNvGrpSpPr/>
          <p:nvPr/>
        </p:nvGrpSpPr>
        <p:grpSpPr>
          <a:xfrm>
            <a:off x="10942426" y="3222806"/>
            <a:ext cx="123627" cy="123627"/>
            <a:chOff x="13395179" y="993305"/>
            <a:chExt cx="123627" cy="123627"/>
          </a:xfrm>
        </p:grpSpPr>
        <p:cxnSp>
          <p:nvCxnSpPr>
            <p:cNvPr id="633" name="Google Shape;63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34" name="Google Shape;63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35" name="Google Shape;635;p10"/>
          <p:cNvGrpSpPr/>
          <p:nvPr/>
        </p:nvGrpSpPr>
        <p:grpSpPr>
          <a:xfrm>
            <a:off x="10917026" y="3222806"/>
            <a:ext cx="123627" cy="123627"/>
            <a:chOff x="13395179" y="993305"/>
            <a:chExt cx="123627" cy="123627"/>
          </a:xfrm>
        </p:grpSpPr>
        <p:cxnSp>
          <p:nvCxnSpPr>
            <p:cNvPr id="636" name="Google Shape;63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37" name="Google Shape;63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38" name="Google Shape;638;p10"/>
          <p:cNvGrpSpPr/>
          <p:nvPr/>
        </p:nvGrpSpPr>
        <p:grpSpPr>
          <a:xfrm>
            <a:off x="10888451" y="3222806"/>
            <a:ext cx="123627" cy="123627"/>
            <a:chOff x="13395179" y="993305"/>
            <a:chExt cx="123627" cy="123627"/>
          </a:xfrm>
        </p:grpSpPr>
        <p:cxnSp>
          <p:nvCxnSpPr>
            <p:cNvPr id="639" name="Google Shape;63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40" name="Google Shape;64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41" name="Google Shape;641;p10"/>
          <p:cNvGrpSpPr/>
          <p:nvPr/>
        </p:nvGrpSpPr>
        <p:grpSpPr>
          <a:xfrm>
            <a:off x="10863051" y="3222806"/>
            <a:ext cx="123627" cy="123627"/>
            <a:chOff x="13395179" y="993305"/>
            <a:chExt cx="123627" cy="123627"/>
          </a:xfrm>
        </p:grpSpPr>
        <p:cxnSp>
          <p:nvCxnSpPr>
            <p:cNvPr id="642" name="Google Shape;64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43" name="Google Shape;64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44" name="Google Shape;644;p10"/>
          <p:cNvGrpSpPr/>
          <p:nvPr/>
        </p:nvGrpSpPr>
        <p:grpSpPr>
          <a:xfrm>
            <a:off x="10828126" y="3222806"/>
            <a:ext cx="123627" cy="123627"/>
            <a:chOff x="13395179" y="993305"/>
            <a:chExt cx="123627" cy="123627"/>
          </a:xfrm>
        </p:grpSpPr>
        <p:cxnSp>
          <p:nvCxnSpPr>
            <p:cNvPr id="645" name="Google Shape;64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46" name="Google Shape;64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47" name="Google Shape;647;p10"/>
          <p:cNvGrpSpPr/>
          <p:nvPr/>
        </p:nvGrpSpPr>
        <p:grpSpPr>
          <a:xfrm>
            <a:off x="10542376" y="3222806"/>
            <a:ext cx="123627" cy="123627"/>
            <a:chOff x="13395179" y="993305"/>
            <a:chExt cx="123627" cy="123627"/>
          </a:xfrm>
        </p:grpSpPr>
        <p:cxnSp>
          <p:nvCxnSpPr>
            <p:cNvPr id="648" name="Google Shape;64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49" name="Google Shape;64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50" name="Google Shape;650;p10"/>
          <p:cNvGrpSpPr/>
          <p:nvPr/>
        </p:nvGrpSpPr>
        <p:grpSpPr>
          <a:xfrm>
            <a:off x="10488401" y="3222806"/>
            <a:ext cx="123627" cy="123627"/>
            <a:chOff x="13395179" y="993305"/>
            <a:chExt cx="123627" cy="123627"/>
          </a:xfrm>
        </p:grpSpPr>
        <p:cxnSp>
          <p:nvCxnSpPr>
            <p:cNvPr id="651" name="Google Shape;65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52" name="Google Shape;65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53" name="Google Shape;653;p10"/>
          <p:cNvGrpSpPr/>
          <p:nvPr/>
        </p:nvGrpSpPr>
        <p:grpSpPr>
          <a:xfrm>
            <a:off x="10180426" y="3381358"/>
            <a:ext cx="123627" cy="123627"/>
            <a:chOff x="13395179" y="993305"/>
            <a:chExt cx="123627" cy="123627"/>
          </a:xfrm>
        </p:grpSpPr>
        <p:cxnSp>
          <p:nvCxnSpPr>
            <p:cNvPr id="654" name="Google Shape;65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55" name="Google Shape;65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56" name="Google Shape;656;p10"/>
          <p:cNvGrpSpPr/>
          <p:nvPr/>
        </p:nvGrpSpPr>
        <p:grpSpPr>
          <a:xfrm>
            <a:off x="9234276" y="3518123"/>
            <a:ext cx="123627" cy="123627"/>
            <a:chOff x="13395179" y="993305"/>
            <a:chExt cx="123627" cy="123627"/>
          </a:xfrm>
        </p:grpSpPr>
        <p:cxnSp>
          <p:nvCxnSpPr>
            <p:cNvPr id="657" name="Google Shape;65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58" name="Google Shape;65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59" name="Google Shape;659;p10"/>
          <p:cNvGrpSpPr/>
          <p:nvPr/>
        </p:nvGrpSpPr>
        <p:grpSpPr>
          <a:xfrm>
            <a:off x="8872326" y="3518123"/>
            <a:ext cx="123627" cy="123627"/>
            <a:chOff x="13395179" y="993305"/>
            <a:chExt cx="123627" cy="123627"/>
          </a:xfrm>
        </p:grpSpPr>
        <p:cxnSp>
          <p:nvCxnSpPr>
            <p:cNvPr id="660" name="Google Shape;66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61" name="Google Shape;66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62" name="Google Shape;662;p10"/>
          <p:cNvGrpSpPr/>
          <p:nvPr/>
        </p:nvGrpSpPr>
        <p:grpSpPr>
          <a:xfrm>
            <a:off x="8523076" y="3518123"/>
            <a:ext cx="123627" cy="123627"/>
            <a:chOff x="13395179" y="993305"/>
            <a:chExt cx="123627" cy="123627"/>
          </a:xfrm>
        </p:grpSpPr>
        <p:cxnSp>
          <p:nvCxnSpPr>
            <p:cNvPr id="663" name="Google Shape;66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64" name="Google Shape;66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65" name="Google Shape;665;p10"/>
          <p:cNvGrpSpPr/>
          <p:nvPr/>
        </p:nvGrpSpPr>
        <p:grpSpPr>
          <a:xfrm>
            <a:off x="8329401" y="3518123"/>
            <a:ext cx="123627" cy="123627"/>
            <a:chOff x="13395179" y="993305"/>
            <a:chExt cx="123627" cy="123627"/>
          </a:xfrm>
        </p:grpSpPr>
        <p:cxnSp>
          <p:nvCxnSpPr>
            <p:cNvPr id="666" name="Google Shape;66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67" name="Google Shape;66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68" name="Google Shape;668;p10"/>
          <p:cNvGrpSpPr/>
          <p:nvPr/>
        </p:nvGrpSpPr>
        <p:grpSpPr>
          <a:xfrm>
            <a:off x="7561051" y="3641708"/>
            <a:ext cx="123627" cy="123627"/>
            <a:chOff x="13395179" y="993305"/>
            <a:chExt cx="123627" cy="123627"/>
          </a:xfrm>
        </p:grpSpPr>
        <p:cxnSp>
          <p:nvCxnSpPr>
            <p:cNvPr id="669" name="Google Shape;66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70" name="Google Shape;67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71" name="Google Shape;671;p10"/>
          <p:cNvGrpSpPr/>
          <p:nvPr/>
        </p:nvGrpSpPr>
        <p:grpSpPr>
          <a:xfrm>
            <a:off x="7805526" y="3641708"/>
            <a:ext cx="123627" cy="123627"/>
            <a:chOff x="13395179" y="993305"/>
            <a:chExt cx="123627" cy="123627"/>
          </a:xfrm>
        </p:grpSpPr>
        <p:cxnSp>
          <p:nvCxnSpPr>
            <p:cNvPr id="672" name="Google Shape;67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73" name="Google Shape;67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74" name="Google Shape;674;p10"/>
          <p:cNvGrpSpPr/>
          <p:nvPr/>
        </p:nvGrpSpPr>
        <p:grpSpPr>
          <a:xfrm>
            <a:off x="7253076" y="3641708"/>
            <a:ext cx="123627" cy="123627"/>
            <a:chOff x="13395179" y="993305"/>
            <a:chExt cx="123627" cy="123627"/>
          </a:xfrm>
        </p:grpSpPr>
        <p:cxnSp>
          <p:nvCxnSpPr>
            <p:cNvPr id="675" name="Google Shape;67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76" name="Google Shape;67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77" name="Google Shape;677;p10"/>
          <p:cNvGrpSpPr/>
          <p:nvPr/>
        </p:nvGrpSpPr>
        <p:grpSpPr>
          <a:xfrm>
            <a:off x="7221326" y="3641708"/>
            <a:ext cx="123627" cy="123627"/>
            <a:chOff x="13395179" y="993305"/>
            <a:chExt cx="123627" cy="123627"/>
          </a:xfrm>
        </p:grpSpPr>
        <p:cxnSp>
          <p:nvCxnSpPr>
            <p:cNvPr id="678" name="Google Shape;67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79" name="Google Shape;67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80" name="Google Shape;680;p10"/>
          <p:cNvGrpSpPr/>
          <p:nvPr/>
        </p:nvGrpSpPr>
        <p:grpSpPr>
          <a:xfrm>
            <a:off x="7011776" y="3641708"/>
            <a:ext cx="123627" cy="123627"/>
            <a:chOff x="13395179" y="993305"/>
            <a:chExt cx="123627" cy="123627"/>
          </a:xfrm>
        </p:grpSpPr>
        <p:cxnSp>
          <p:nvCxnSpPr>
            <p:cNvPr id="681" name="Google Shape;68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82" name="Google Shape;68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83" name="Google Shape;683;p10"/>
          <p:cNvGrpSpPr/>
          <p:nvPr/>
        </p:nvGrpSpPr>
        <p:grpSpPr>
          <a:xfrm>
            <a:off x="6884776" y="3663933"/>
            <a:ext cx="123627" cy="123627"/>
            <a:chOff x="13395179" y="993305"/>
            <a:chExt cx="123627" cy="123627"/>
          </a:xfrm>
        </p:grpSpPr>
        <p:cxnSp>
          <p:nvCxnSpPr>
            <p:cNvPr id="684" name="Google Shape;68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85" name="Google Shape;68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86" name="Google Shape;686;p10"/>
          <p:cNvGrpSpPr/>
          <p:nvPr/>
        </p:nvGrpSpPr>
        <p:grpSpPr>
          <a:xfrm>
            <a:off x="6849427" y="3752833"/>
            <a:ext cx="123627" cy="123627"/>
            <a:chOff x="13395179" y="993305"/>
            <a:chExt cx="123627" cy="123627"/>
          </a:xfrm>
        </p:grpSpPr>
        <p:cxnSp>
          <p:nvCxnSpPr>
            <p:cNvPr id="687" name="Google Shape;68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88" name="Google Shape;68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89" name="Google Shape;689;p10"/>
          <p:cNvGrpSpPr/>
          <p:nvPr/>
        </p:nvGrpSpPr>
        <p:grpSpPr>
          <a:xfrm>
            <a:off x="6700626" y="3752833"/>
            <a:ext cx="123627" cy="123627"/>
            <a:chOff x="13395179" y="993305"/>
            <a:chExt cx="123627" cy="123627"/>
          </a:xfrm>
        </p:grpSpPr>
        <p:cxnSp>
          <p:nvCxnSpPr>
            <p:cNvPr id="690" name="Google Shape;69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91" name="Google Shape;69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92" name="Google Shape;692;p10"/>
          <p:cNvGrpSpPr/>
          <p:nvPr/>
        </p:nvGrpSpPr>
        <p:grpSpPr>
          <a:xfrm>
            <a:off x="6545052" y="3752833"/>
            <a:ext cx="123627" cy="123627"/>
            <a:chOff x="13395179" y="993305"/>
            <a:chExt cx="123627" cy="123627"/>
          </a:xfrm>
        </p:grpSpPr>
        <p:cxnSp>
          <p:nvCxnSpPr>
            <p:cNvPr id="693" name="Google Shape;69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94" name="Google Shape;69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95" name="Google Shape;695;p10"/>
          <p:cNvGrpSpPr/>
          <p:nvPr/>
        </p:nvGrpSpPr>
        <p:grpSpPr>
          <a:xfrm>
            <a:off x="6513090" y="3752833"/>
            <a:ext cx="123627" cy="123627"/>
            <a:chOff x="13395179" y="993305"/>
            <a:chExt cx="123627" cy="123627"/>
          </a:xfrm>
        </p:grpSpPr>
        <p:cxnSp>
          <p:nvCxnSpPr>
            <p:cNvPr id="696" name="Google Shape;69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697" name="Google Shape;69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698" name="Google Shape;698;p10"/>
          <p:cNvGrpSpPr/>
          <p:nvPr/>
        </p:nvGrpSpPr>
        <p:grpSpPr>
          <a:xfrm>
            <a:off x="6277081" y="3939100"/>
            <a:ext cx="123627" cy="123627"/>
            <a:chOff x="13395179" y="993305"/>
            <a:chExt cx="123627" cy="123627"/>
          </a:xfrm>
        </p:grpSpPr>
        <p:cxnSp>
          <p:nvCxnSpPr>
            <p:cNvPr id="699" name="Google Shape;69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00" name="Google Shape;70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01" name="Google Shape;701;p10"/>
          <p:cNvGrpSpPr/>
          <p:nvPr/>
        </p:nvGrpSpPr>
        <p:grpSpPr>
          <a:xfrm>
            <a:off x="5580699" y="4040700"/>
            <a:ext cx="123627" cy="123627"/>
            <a:chOff x="13395179" y="993305"/>
            <a:chExt cx="123627" cy="123627"/>
          </a:xfrm>
        </p:grpSpPr>
        <p:cxnSp>
          <p:nvCxnSpPr>
            <p:cNvPr id="702" name="Google Shape;70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03" name="Google Shape;70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04" name="Google Shape;704;p10"/>
          <p:cNvGrpSpPr/>
          <p:nvPr/>
        </p:nvGrpSpPr>
        <p:grpSpPr>
          <a:xfrm>
            <a:off x="5395702" y="4040700"/>
            <a:ext cx="123627" cy="123627"/>
            <a:chOff x="13395179" y="993305"/>
            <a:chExt cx="123627" cy="123627"/>
          </a:xfrm>
        </p:grpSpPr>
        <p:cxnSp>
          <p:nvCxnSpPr>
            <p:cNvPr id="705" name="Google Shape;70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06" name="Google Shape;70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07" name="Google Shape;707;p10"/>
          <p:cNvGrpSpPr/>
          <p:nvPr/>
        </p:nvGrpSpPr>
        <p:grpSpPr>
          <a:xfrm>
            <a:off x="5431261" y="4040700"/>
            <a:ext cx="123627" cy="123627"/>
            <a:chOff x="13395179" y="993305"/>
            <a:chExt cx="123627" cy="123627"/>
          </a:xfrm>
        </p:grpSpPr>
        <p:cxnSp>
          <p:nvCxnSpPr>
            <p:cNvPr id="708" name="Google Shape;70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09" name="Google Shape;70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10" name="Google Shape;710;p10"/>
          <p:cNvGrpSpPr/>
          <p:nvPr/>
        </p:nvGrpSpPr>
        <p:grpSpPr>
          <a:xfrm>
            <a:off x="5364586" y="4040700"/>
            <a:ext cx="123627" cy="123627"/>
            <a:chOff x="13395179" y="993305"/>
            <a:chExt cx="123627" cy="123627"/>
          </a:xfrm>
        </p:grpSpPr>
        <p:cxnSp>
          <p:nvCxnSpPr>
            <p:cNvPr id="711" name="Google Shape;71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12" name="Google Shape;71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13" name="Google Shape;713;p10"/>
          <p:cNvGrpSpPr/>
          <p:nvPr/>
        </p:nvGrpSpPr>
        <p:grpSpPr>
          <a:xfrm>
            <a:off x="5492645" y="4037525"/>
            <a:ext cx="123627" cy="123627"/>
            <a:chOff x="13395179" y="993305"/>
            <a:chExt cx="123627" cy="123627"/>
          </a:xfrm>
        </p:grpSpPr>
        <p:cxnSp>
          <p:nvCxnSpPr>
            <p:cNvPr id="714" name="Google Shape;71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15" name="Google Shape;71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16" name="Google Shape;716;p10"/>
          <p:cNvGrpSpPr/>
          <p:nvPr/>
        </p:nvGrpSpPr>
        <p:grpSpPr>
          <a:xfrm>
            <a:off x="5524818" y="4037525"/>
            <a:ext cx="123627" cy="123627"/>
            <a:chOff x="13395179" y="993305"/>
            <a:chExt cx="123627" cy="123627"/>
          </a:xfrm>
        </p:grpSpPr>
        <p:cxnSp>
          <p:nvCxnSpPr>
            <p:cNvPr id="717" name="Google Shape;71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18" name="Google Shape;71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19" name="Google Shape;719;p10"/>
          <p:cNvGrpSpPr/>
          <p:nvPr/>
        </p:nvGrpSpPr>
        <p:grpSpPr>
          <a:xfrm>
            <a:off x="5236105" y="4040700"/>
            <a:ext cx="123627" cy="123627"/>
            <a:chOff x="13395179" y="993305"/>
            <a:chExt cx="123627" cy="123627"/>
          </a:xfrm>
        </p:grpSpPr>
        <p:cxnSp>
          <p:nvCxnSpPr>
            <p:cNvPr id="720" name="Google Shape;72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21" name="Google Shape;72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22" name="Google Shape;722;p10"/>
          <p:cNvGrpSpPr/>
          <p:nvPr/>
        </p:nvGrpSpPr>
        <p:grpSpPr>
          <a:xfrm>
            <a:off x="5173452" y="4040700"/>
            <a:ext cx="123627" cy="123627"/>
            <a:chOff x="13395179" y="993305"/>
            <a:chExt cx="123627" cy="123627"/>
          </a:xfrm>
        </p:grpSpPr>
        <p:cxnSp>
          <p:nvCxnSpPr>
            <p:cNvPr id="723" name="Google Shape;72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24" name="Google Shape;72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25" name="Google Shape;725;p10"/>
          <p:cNvGrpSpPr/>
          <p:nvPr/>
        </p:nvGrpSpPr>
        <p:grpSpPr>
          <a:xfrm>
            <a:off x="5204778" y="4040700"/>
            <a:ext cx="123627" cy="123627"/>
            <a:chOff x="13395179" y="993305"/>
            <a:chExt cx="123627" cy="123627"/>
          </a:xfrm>
        </p:grpSpPr>
        <p:cxnSp>
          <p:nvCxnSpPr>
            <p:cNvPr id="726" name="Google Shape;72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27" name="Google Shape;72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28" name="Google Shape;728;p10"/>
          <p:cNvGrpSpPr/>
          <p:nvPr/>
        </p:nvGrpSpPr>
        <p:grpSpPr>
          <a:xfrm>
            <a:off x="4873308" y="4040700"/>
            <a:ext cx="123627" cy="123627"/>
            <a:chOff x="13395179" y="993305"/>
            <a:chExt cx="123627" cy="123627"/>
          </a:xfrm>
        </p:grpSpPr>
        <p:cxnSp>
          <p:nvCxnSpPr>
            <p:cNvPr id="729" name="Google Shape;72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30" name="Google Shape;73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31" name="Google Shape;731;p10"/>
          <p:cNvGrpSpPr/>
          <p:nvPr/>
        </p:nvGrpSpPr>
        <p:grpSpPr>
          <a:xfrm>
            <a:off x="4793721" y="4040700"/>
            <a:ext cx="123627" cy="123627"/>
            <a:chOff x="13395179" y="993305"/>
            <a:chExt cx="123627" cy="123627"/>
          </a:xfrm>
        </p:grpSpPr>
        <p:cxnSp>
          <p:nvCxnSpPr>
            <p:cNvPr id="732" name="Google Shape;73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33" name="Google Shape;73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34" name="Google Shape;734;p10"/>
          <p:cNvGrpSpPr/>
          <p:nvPr/>
        </p:nvGrpSpPr>
        <p:grpSpPr>
          <a:xfrm>
            <a:off x="4763877" y="4040700"/>
            <a:ext cx="123627" cy="123627"/>
            <a:chOff x="13395179" y="993305"/>
            <a:chExt cx="123627" cy="123627"/>
          </a:xfrm>
        </p:grpSpPr>
        <p:cxnSp>
          <p:nvCxnSpPr>
            <p:cNvPr id="735" name="Google Shape;73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36" name="Google Shape;73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37" name="Google Shape;737;p10"/>
          <p:cNvGrpSpPr/>
          <p:nvPr/>
        </p:nvGrpSpPr>
        <p:grpSpPr>
          <a:xfrm>
            <a:off x="4657831" y="4040700"/>
            <a:ext cx="123627" cy="123627"/>
            <a:chOff x="13395179" y="993305"/>
            <a:chExt cx="123627" cy="123627"/>
          </a:xfrm>
        </p:grpSpPr>
        <p:cxnSp>
          <p:nvCxnSpPr>
            <p:cNvPr id="738" name="Google Shape;73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39" name="Google Shape;73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40" name="Google Shape;740;p10"/>
          <p:cNvGrpSpPr/>
          <p:nvPr/>
        </p:nvGrpSpPr>
        <p:grpSpPr>
          <a:xfrm>
            <a:off x="4480031" y="4040700"/>
            <a:ext cx="123627" cy="123627"/>
            <a:chOff x="13395179" y="993305"/>
            <a:chExt cx="123627" cy="123627"/>
          </a:xfrm>
        </p:grpSpPr>
        <p:cxnSp>
          <p:nvCxnSpPr>
            <p:cNvPr id="741" name="Google Shape;74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42" name="Google Shape;74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43" name="Google Shape;743;p10"/>
          <p:cNvGrpSpPr/>
          <p:nvPr/>
        </p:nvGrpSpPr>
        <p:grpSpPr>
          <a:xfrm>
            <a:off x="4526175" y="4040700"/>
            <a:ext cx="123627" cy="123627"/>
            <a:chOff x="13395179" y="993305"/>
            <a:chExt cx="123627" cy="123627"/>
          </a:xfrm>
        </p:grpSpPr>
        <p:cxnSp>
          <p:nvCxnSpPr>
            <p:cNvPr id="744" name="Google Shape;74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45" name="Google Shape;74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46" name="Google Shape;746;p10"/>
          <p:cNvGrpSpPr/>
          <p:nvPr/>
        </p:nvGrpSpPr>
        <p:grpSpPr>
          <a:xfrm>
            <a:off x="4556655" y="4040700"/>
            <a:ext cx="123627" cy="123627"/>
            <a:chOff x="13395179" y="993305"/>
            <a:chExt cx="123627" cy="123627"/>
          </a:xfrm>
        </p:grpSpPr>
        <p:cxnSp>
          <p:nvCxnSpPr>
            <p:cNvPr id="747" name="Google Shape;74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48" name="Google Shape;74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49" name="Google Shape;749;p10"/>
          <p:cNvGrpSpPr/>
          <p:nvPr/>
        </p:nvGrpSpPr>
        <p:grpSpPr>
          <a:xfrm>
            <a:off x="3587433" y="4108433"/>
            <a:ext cx="123627" cy="123627"/>
            <a:chOff x="13395179" y="993305"/>
            <a:chExt cx="123627" cy="123627"/>
          </a:xfrm>
        </p:grpSpPr>
        <p:cxnSp>
          <p:nvCxnSpPr>
            <p:cNvPr id="750" name="Google Shape;75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51" name="Google Shape;75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52" name="Google Shape;752;p10"/>
          <p:cNvGrpSpPr/>
          <p:nvPr/>
        </p:nvGrpSpPr>
        <p:grpSpPr>
          <a:xfrm>
            <a:off x="4267730" y="4040700"/>
            <a:ext cx="123627" cy="123627"/>
            <a:chOff x="13395179" y="993305"/>
            <a:chExt cx="123627" cy="123627"/>
          </a:xfrm>
        </p:grpSpPr>
        <p:cxnSp>
          <p:nvCxnSpPr>
            <p:cNvPr id="753" name="Google Shape;75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54" name="Google Shape;75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55" name="Google Shape;755;p10"/>
          <p:cNvGrpSpPr/>
          <p:nvPr/>
        </p:nvGrpSpPr>
        <p:grpSpPr>
          <a:xfrm>
            <a:off x="4298211" y="4040700"/>
            <a:ext cx="123627" cy="123627"/>
            <a:chOff x="13395179" y="993305"/>
            <a:chExt cx="123627" cy="123627"/>
          </a:xfrm>
        </p:grpSpPr>
        <p:cxnSp>
          <p:nvCxnSpPr>
            <p:cNvPr id="756" name="Google Shape;75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57" name="Google Shape;75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58" name="Google Shape;758;p10"/>
          <p:cNvGrpSpPr/>
          <p:nvPr/>
        </p:nvGrpSpPr>
        <p:grpSpPr>
          <a:xfrm>
            <a:off x="3923771" y="4040700"/>
            <a:ext cx="123627" cy="123627"/>
            <a:chOff x="13395179" y="993305"/>
            <a:chExt cx="123627" cy="123627"/>
          </a:xfrm>
        </p:grpSpPr>
        <p:cxnSp>
          <p:nvCxnSpPr>
            <p:cNvPr id="759" name="Google Shape;75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60" name="Google Shape;76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61" name="Google Shape;761;p10"/>
          <p:cNvGrpSpPr/>
          <p:nvPr/>
        </p:nvGrpSpPr>
        <p:grpSpPr>
          <a:xfrm>
            <a:off x="3954252" y="4040700"/>
            <a:ext cx="123627" cy="123627"/>
            <a:chOff x="13395179" y="993305"/>
            <a:chExt cx="123627" cy="123627"/>
          </a:xfrm>
        </p:grpSpPr>
        <p:cxnSp>
          <p:nvCxnSpPr>
            <p:cNvPr id="762" name="Google Shape;76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63" name="Google Shape;76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64" name="Google Shape;764;p10"/>
          <p:cNvGrpSpPr/>
          <p:nvPr/>
        </p:nvGrpSpPr>
        <p:grpSpPr>
          <a:xfrm>
            <a:off x="3795502" y="4040700"/>
            <a:ext cx="123627" cy="123627"/>
            <a:chOff x="13395179" y="993305"/>
            <a:chExt cx="123627" cy="123627"/>
          </a:xfrm>
        </p:grpSpPr>
        <p:cxnSp>
          <p:nvCxnSpPr>
            <p:cNvPr id="765" name="Google Shape;76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66" name="Google Shape;76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67" name="Google Shape;767;p10"/>
          <p:cNvGrpSpPr/>
          <p:nvPr/>
        </p:nvGrpSpPr>
        <p:grpSpPr>
          <a:xfrm>
            <a:off x="3749781" y="4040700"/>
            <a:ext cx="123627" cy="123627"/>
            <a:chOff x="13395179" y="993305"/>
            <a:chExt cx="123627" cy="123627"/>
          </a:xfrm>
        </p:grpSpPr>
        <p:cxnSp>
          <p:nvCxnSpPr>
            <p:cNvPr id="768" name="Google Shape;76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69" name="Google Shape;76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70" name="Google Shape;770;p10"/>
          <p:cNvGrpSpPr/>
          <p:nvPr/>
        </p:nvGrpSpPr>
        <p:grpSpPr>
          <a:xfrm>
            <a:off x="3692420" y="4086419"/>
            <a:ext cx="123627" cy="123627"/>
            <a:chOff x="13395179" y="993305"/>
            <a:chExt cx="123627" cy="123627"/>
          </a:xfrm>
        </p:grpSpPr>
        <p:cxnSp>
          <p:nvCxnSpPr>
            <p:cNvPr id="771" name="Google Shape;77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72" name="Google Shape;77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73" name="Google Shape;773;p10"/>
          <p:cNvGrpSpPr/>
          <p:nvPr/>
        </p:nvGrpSpPr>
        <p:grpSpPr>
          <a:xfrm>
            <a:off x="3716550" y="4086419"/>
            <a:ext cx="123627" cy="123627"/>
            <a:chOff x="13395179" y="993305"/>
            <a:chExt cx="123627" cy="123627"/>
          </a:xfrm>
        </p:grpSpPr>
        <p:cxnSp>
          <p:nvCxnSpPr>
            <p:cNvPr id="774" name="Google Shape;77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75" name="Google Shape;77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76" name="Google Shape;776;p10"/>
          <p:cNvGrpSpPr/>
          <p:nvPr/>
        </p:nvGrpSpPr>
        <p:grpSpPr>
          <a:xfrm>
            <a:off x="3561399" y="4169393"/>
            <a:ext cx="123627" cy="123627"/>
            <a:chOff x="13395179" y="993305"/>
            <a:chExt cx="123627" cy="123627"/>
          </a:xfrm>
        </p:grpSpPr>
        <p:cxnSp>
          <p:nvCxnSpPr>
            <p:cNvPr id="777" name="Google Shape;77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78" name="Google Shape;77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79" name="Google Shape;779;p10"/>
          <p:cNvGrpSpPr/>
          <p:nvPr/>
        </p:nvGrpSpPr>
        <p:grpSpPr>
          <a:xfrm>
            <a:off x="3508693" y="4210033"/>
            <a:ext cx="123627" cy="123627"/>
            <a:chOff x="13395179" y="993305"/>
            <a:chExt cx="123627" cy="123627"/>
          </a:xfrm>
        </p:grpSpPr>
        <p:cxnSp>
          <p:nvCxnSpPr>
            <p:cNvPr id="780" name="Google Shape;78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81" name="Google Shape;78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82" name="Google Shape;782;p10"/>
          <p:cNvGrpSpPr/>
          <p:nvPr/>
        </p:nvGrpSpPr>
        <p:grpSpPr>
          <a:xfrm>
            <a:off x="3379372" y="4210033"/>
            <a:ext cx="123627" cy="123627"/>
            <a:chOff x="13395179" y="993305"/>
            <a:chExt cx="123627" cy="123627"/>
          </a:xfrm>
        </p:grpSpPr>
        <p:cxnSp>
          <p:nvCxnSpPr>
            <p:cNvPr id="783" name="Google Shape;78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84" name="Google Shape;78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85" name="Google Shape;785;p10"/>
          <p:cNvGrpSpPr/>
          <p:nvPr/>
        </p:nvGrpSpPr>
        <p:grpSpPr>
          <a:xfrm>
            <a:off x="3325874" y="4210033"/>
            <a:ext cx="123627" cy="123627"/>
            <a:chOff x="13395179" y="993305"/>
            <a:chExt cx="123627" cy="123627"/>
          </a:xfrm>
        </p:grpSpPr>
        <p:cxnSp>
          <p:nvCxnSpPr>
            <p:cNvPr id="786" name="Google Shape;78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87" name="Google Shape;78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88" name="Google Shape;788;p10"/>
          <p:cNvGrpSpPr/>
          <p:nvPr/>
        </p:nvGrpSpPr>
        <p:grpSpPr>
          <a:xfrm>
            <a:off x="3003776" y="4210033"/>
            <a:ext cx="123627" cy="123627"/>
            <a:chOff x="13395179" y="993305"/>
            <a:chExt cx="123627" cy="123627"/>
          </a:xfrm>
        </p:grpSpPr>
        <p:cxnSp>
          <p:nvCxnSpPr>
            <p:cNvPr id="789" name="Google Shape;78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90" name="Google Shape;79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91" name="Google Shape;791;p10"/>
          <p:cNvGrpSpPr/>
          <p:nvPr/>
        </p:nvGrpSpPr>
        <p:grpSpPr>
          <a:xfrm>
            <a:off x="2960000" y="4210033"/>
            <a:ext cx="123627" cy="123627"/>
            <a:chOff x="13395179" y="993305"/>
            <a:chExt cx="123627" cy="123627"/>
          </a:xfrm>
        </p:grpSpPr>
        <p:cxnSp>
          <p:nvCxnSpPr>
            <p:cNvPr id="792" name="Google Shape;79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93" name="Google Shape;79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94" name="Google Shape;794;p10"/>
          <p:cNvGrpSpPr/>
          <p:nvPr/>
        </p:nvGrpSpPr>
        <p:grpSpPr>
          <a:xfrm>
            <a:off x="2836787" y="4320274"/>
            <a:ext cx="123627" cy="123627"/>
            <a:chOff x="13395179" y="993305"/>
            <a:chExt cx="123627" cy="123627"/>
          </a:xfrm>
        </p:grpSpPr>
        <p:cxnSp>
          <p:nvCxnSpPr>
            <p:cNvPr id="795" name="Google Shape;79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96" name="Google Shape;79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797" name="Google Shape;797;p10"/>
          <p:cNvGrpSpPr/>
          <p:nvPr/>
        </p:nvGrpSpPr>
        <p:grpSpPr>
          <a:xfrm>
            <a:off x="2802746" y="4360801"/>
            <a:ext cx="123627" cy="123627"/>
            <a:chOff x="13395179" y="993305"/>
            <a:chExt cx="123627" cy="123627"/>
          </a:xfrm>
        </p:grpSpPr>
        <p:cxnSp>
          <p:nvCxnSpPr>
            <p:cNvPr id="798" name="Google Shape;798;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799" name="Google Shape;799;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800" name="Google Shape;800;p10"/>
          <p:cNvGrpSpPr/>
          <p:nvPr/>
        </p:nvGrpSpPr>
        <p:grpSpPr>
          <a:xfrm>
            <a:off x="2616630" y="4360801"/>
            <a:ext cx="123627" cy="123627"/>
            <a:chOff x="13395179" y="993305"/>
            <a:chExt cx="123627" cy="123627"/>
          </a:xfrm>
        </p:grpSpPr>
        <p:cxnSp>
          <p:nvCxnSpPr>
            <p:cNvPr id="801" name="Google Shape;80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802" name="Google Shape;802;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803" name="Google Shape;803;p10"/>
          <p:cNvGrpSpPr/>
          <p:nvPr/>
        </p:nvGrpSpPr>
        <p:grpSpPr>
          <a:xfrm>
            <a:off x="2546915" y="4419178"/>
            <a:ext cx="123627" cy="123627"/>
            <a:chOff x="13395179" y="993305"/>
            <a:chExt cx="123627" cy="123627"/>
          </a:xfrm>
        </p:grpSpPr>
        <p:cxnSp>
          <p:nvCxnSpPr>
            <p:cNvPr id="804" name="Google Shape;80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805" name="Google Shape;805;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806" name="Google Shape;806;p10"/>
          <p:cNvGrpSpPr/>
          <p:nvPr/>
        </p:nvGrpSpPr>
        <p:grpSpPr>
          <a:xfrm>
            <a:off x="5941121" y="2381233"/>
            <a:ext cx="123627" cy="123627"/>
            <a:chOff x="13395179" y="993305"/>
            <a:chExt cx="123627" cy="123627"/>
          </a:xfrm>
        </p:grpSpPr>
        <p:cxnSp>
          <p:nvCxnSpPr>
            <p:cNvPr id="807" name="Google Shape;80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08" name="Google Shape;80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09" name="Google Shape;809;p10"/>
          <p:cNvGrpSpPr/>
          <p:nvPr/>
        </p:nvGrpSpPr>
        <p:grpSpPr>
          <a:xfrm>
            <a:off x="6980139" y="1372180"/>
            <a:ext cx="123627" cy="123627"/>
            <a:chOff x="13395179" y="993305"/>
            <a:chExt cx="123627" cy="123627"/>
          </a:xfrm>
        </p:grpSpPr>
        <p:cxnSp>
          <p:nvCxnSpPr>
            <p:cNvPr id="810" name="Google Shape;81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11" name="Google Shape;81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12" name="Google Shape;812;p10"/>
          <p:cNvGrpSpPr/>
          <p:nvPr/>
        </p:nvGrpSpPr>
        <p:grpSpPr>
          <a:xfrm>
            <a:off x="5884652" y="2473648"/>
            <a:ext cx="123627" cy="123627"/>
            <a:chOff x="13395179" y="993305"/>
            <a:chExt cx="123627" cy="123627"/>
          </a:xfrm>
        </p:grpSpPr>
        <p:cxnSp>
          <p:nvCxnSpPr>
            <p:cNvPr id="813" name="Google Shape;81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14" name="Google Shape;81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15" name="Google Shape;815;p10"/>
          <p:cNvGrpSpPr/>
          <p:nvPr/>
        </p:nvGrpSpPr>
        <p:grpSpPr>
          <a:xfrm>
            <a:off x="5758191" y="2473648"/>
            <a:ext cx="123627" cy="123627"/>
            <a:chOff x="13395179" y="993305"/>
            <a:chExt cx="123627" cy="123627"/>
          </a:xfrm>
        </p:grpSpPr>
        <p:cxnSp>
          <p:nvCxnSpPr>
            <p:cNvPr id="816" name="Google Shape;81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17" name="Google Shape;81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18" name="Google Shape;818;p10"/>
          <p:cNvGrpSpPr/>
          <p:nvPr/>
        </p:nvGrpSpPr>
        <p:grpSpPr>
          <a:xfrm>
            <a:off x="5207144" y="2647123"/>
            <a:ext cx="123627" cy="123627"/>
            <a:chOff x="13395179" y="993305"/>
            <a:chExt cx="123627" cy="123627"/>
          </a:xfrm>
        </p:grpSpPr>
        <p:cxnSp>
          <p:nvCxnSpPr>
            <p:cNvPr id="819" name="Google Shape;81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20" name="Google Shape;82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21" name="Google Shape;821;p10"/>
          <p:cNvGrpSpPr/>
          <p:nvPr/>
        </p:nvGrpSpPr>
        <p:grpSpPr>
          <a:xfrm>
            <a:off x="5156344" y="2647123"/>
            <a:ext cx="123627" cy="123627"/>
            <a:chOff x="13395179" y="993305"/>
            <a:chExt cx="123627" cy="123627"/>
          </a:xfrm>
        </p:grpSpPr>
        <p:cxnSp>
          <p:nvCxnSpPr>
            <p:cNvPr id="822" name="Google Shape;82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23" name="Google Shape;82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24" name="Google Shape;824;p10"/>
          <p:cNvGrpSpPr/>
          <p:nvPr/>
        </p:nvGrpSpPr>
        <p:grpSpPr>
          <a:xfrm>
            <a:off x="4841275" y="2647123"/>
            <a:ext cx="123627" cy="123627"/>
            <a:chOff x="13395179" y="993305"/>
            <a:chExt cx="123627" cy="123627"/>
          </a:xfrm>
        </p:grpSpPr>
        <p:cxnSp>
          <p:nvCxnSpPr>
            <p:cNvPr id="825" name="Google Shape;82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26" name="Google Shape;82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27" name="Google Shape;827;p10"/>
          <p:cNvGrpSpPr/>
          <p:nvPr/>
        </p:nvGrpSpPr>
        <p:grpSpPr>
          <a:xfrm>
            <a:off x="4478515" y="2647123"/>
            <a:ext cx="123627" cy="123627"/>
            <a:chOff x="13395179" y="993305"/>
            <a:chExt cx="123627" cy="123627"/>
          </a:xfrm>
        </p:grpSpPr>
        <p:cxnSp>
          <p:nvCxnSpPr>
            <p:cNvPr id="828" name="Google Shape;82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29" name="Google Shape;82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30" name="Google Shape;830;p10"/>
          <p:cNvGrpSpPr/>
          <p:nvPr/>
        </p:nvGrpSpPr>
        <p:grpSpPr>
          <a:xfrm>
            <a:off x="4298958" y="2647123"/>
            <a:ext cx="123627" cy="123627"/>
            <a:chOff x="13395179" y="993305"/>
            <a:chExt cx="123627" cy="123627"/>
          </a:xfrm>
        </p:grpSpPr>
        <p:cxnSp>
          <p:nvCxnSpPr>
            <p:cNvPr id="831" name="Google Shape;83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32" name="Google Shape;83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33" name="Google Shape;833;p10"/>
          <p:cNvGrpSpPr/>
          <p:nvPr/>
        </p:nvGrpSpPr>
        <p:grpSpPr>
          <a:xfrm>
            <a:off x="4077333" y="2963271"/>
            <a:ext cx="123627" cy="123627"/>
            <a:chOff x="13395179" y="993305"/>
            <a:chExt cx="123627" cy="123627"/>
          </a:xfrm>
        </p:grpSpPr>
        <p:cxnSp>
          <p:nvCxnSpPr>
            <p:cNvPr id="834" name="Google Shape;83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35" name="Google Shape;83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36" name="Google Shape;836;p10"/>
          <p:cNvGrpSpPr/>
          <p:nvPr/>
        </p:nvGrpSpPr>
        <p:grpSpPr>
          <a:xfrm>
            <a:off x="4109083" y="2963271"/>
            <a:ext cx="123627" cy="123627"/>
            <a:chOff x="13395179" y="993305"/>
            <a:chExt cx="123627" cy="123627"/>
          </a:xfrm>
        </p:grpSpPr>
        <p:cxnSp>
          <p:nvCxnSpPr>
            <p:cNvPr id="837" name="Google Shape;83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38" name="Google Shape;83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39" name="Google Shape;839;p10"/>
          <p:cNvGrpSpPr/>
          <p:nvPr/>
        </p:nvGrpSpPr>
        <p:grpSpPr>
          <a:xfrm>
            <a:off x="3871633" y="3023259"/>
            <a:ext cx="123627" cy="123627"/>
            <a:chOff x="13395179" y="993305"/>
            <a:chExt cx="123627" cy="123627"/>
          </a:xfrm>
        </p:grpSpPr>
        <p:cxnSp>
          <p:nvCxnSpPr>
            <p:cNvPr id="840" name="Google Shape;84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41" name="Google Shape;84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42" name="Google Shape;842;p10"/>
          <p:cNvGrpSpPr/>
          <p:nvPr/>
        </p:nvGrpSpPr>
        <p:grpSpPr>
          <a:xfrm>
            <a:off x="3748484" y="3020016"/>
            <a:ext cx="123627" cy="123627"/>
            <a:chOff x="13395179" y="993305"/>
            <a:chExt cx="123627" cy="123627"/>
          </a:xfrm>
        </p:grpSpPr>
        <p:cxnSp>
          <p:nvCxnSpPr>
            <p:cNvPr id="843" name="Google Shape;84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44" name="Google Shape;84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45" name="Google Shape;845;p10"/>
          <p:cNvGrpSpPr/>
          <p:nvPr/>
        </p:nvGrpSpPr>
        <p:grpSpPr>
          <a:xfrm>
            <a:off x="3652830" y="3026501"/>
            <a:ext cx="123627" cy="123627"/>
            <a:chOff x="13395179" y="993305"/>
            <a:chExt cx="123627" cy="123627"/>
          </a:xfrm>
        </p:grpSpPr>
        <p:cxnSp>
          <p:nvCxnSpPr>
            <p:cNvPr id="846" name="Google Shape;84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47" name="Google Shape;84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48" name="Google Shape;848;p10"/>
          <p:cNvGrpSpPr/>
          <p:nvPr/>
        </p:nvGrpSpPr>
        <p:grpSpPr>
          <a:xfrm>
            <a:off x="3610878" y="3026502"/>
            <a:ext cx="123627" cy="123627"/>
            <a:chOff x="13395179" y="993305"/>
            <a:chExt cx="123627" cy="123627"/>
          </a:xfrm>
        </p:grpSpPr>
        <p:cxnSp>
          <p:nvCxnSpPr>
            <p:cNvPr id="849" name="Google Shape;84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50" name="Google Shape;85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51" name="Google Shape;851;p10"/>
          <p:cNvGrpSpPr/>
          <p:nvPr/>
        </p:nvGrpSpPr>
        <p:grpSpPr>
          <a:xfrm>
            <a:off x="3563861" y="3110807"/>
            <a:ext cx="123627" cy="123627"/>
            <a:chOff x="13395179" y="993305"/>
            <a:chExt cx="123627" cy="123627"/>
          </a:xfrm>
        </p:grpSpPr>
        <p:cxnSp>
          <p:nvCxnSpPr>
            <p:cNvPr id="852" name="Google Shape;85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53" name="Google Shape;85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54" name="Google Shape;854;p10"/>
          <p:cNvGrpSpPr/>
          <p:nvPr/>
        </p:nvGrpSpPr>
        <p:grpSpPr>
          <a:xfrm>
            <a:off x="3379441" y="3238889"/>
            <a:ext cx="123627" cy="123627"/>
            <a:chOff x="13395179" y="993305"/>
            <a:chExt cx="123627" cy="123627"/>
          </a:xfrm>
        </p:grpSpPr>
        <p:cxnSp>
          <p:nvCxnSpPr>
            <p:cNvPr id="855" name="Google Shape;85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56" name="Google Shape;85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57" name="Google Shape;857;p10"/>
          <p:cNvGrpSpPr/>
          <p:nvPr/>
        </p:nvGrpSpPr>
        <p:grpSpPr>
          <a:xfrm>
            <a:off x="3355122" y="3289148"/>
            <a:ext cx="123627" cy="123627"/>
            <a:chOff x="13395179" y="993305"/>
            <a:chExt cx="123627" cy="123627"/>
          </a:xfrm>
        </p:grpSpPr>
        <p:cxnSp>
          <p:nvCxnSpPr>
            <p:cNvPr id="858" name="Google Shape;85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59" name="Google Shape;85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60" name="Google Shape;860;p10"/>
          <p:cNvGrpSpPr/>
          <p:nvPr/>
        </p:nvGrpSpPr>
        <p:grpSpPr>
          <a:xfrm>
            <a:off x="3197993" y="3295633"/>
            <a:ext cx="123627" cy="123627"/>
            <a:chOff x="13395179" y="993305"/>
            <a:chExt cx="123627" cy="123627"/>
          </a:xfrm>
        </p:grpSpPr>
        <p:cxnSp>
          <p:nvCxnSpPr>
            <p:cNvPr id="861" name="Google Shape;86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62" name="Google Shape;86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63" name="Google Shape;863;p10"/>
          <p:cNvGrpSpPr/>
          <p:nvPr/>
        </p:nvGrpSpPr>
        <p:grpSpPr>
          <a:xfrm>
            <a:off x="3142194" y="3549363"/>
            <a:ext cx="123627" cy="123627"/>
            <a:chOff x="13395179" y="993305"/>
            <a:chExt cx="123627" cy="123627"/>
          </a:xfrm>
        </p:grpSpPr>
        <p:cxnSp>
          <p:nvCxnSpPr>
            <p:cNvPr id="864" name="Google Shape;86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65" name="Google Shape;86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66" name="Google Shape;866;p10"/>
          <p:cNvGrpSpPr/>
          <p:nvPr/>
        </p:nvGrpSpPr>
        <p:grpSpPr>
          <a:xfrm>
            <a:off x="2887991" y="3936040"/>
            <a:ext cx="123627" cy="123627"/>
            <a:chOff x="13395179" y="993305"/>
            <a:chExt cx="123627" cy="123627"/>
          </a:xfrm>
        </p:grpSpPr>
        <p:cxnSp>
          <p:nvCxnSpPr>
            <p:cNvPr id="867" name="Google Shape;86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68" name="Google Shape;86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69" name="Google Shape;869;p10"/>
          <p:cNvGrpSpPr/>
          <p:nvPr/>
        </p:nvGrpSpPr>
        <p:grpSpPr>
          <a:xfrm>
            <a:off x="3014924" y="3670148"/>
            <a:ext cx="123627" cy="123627"/>
            <a:chOff x="13395179" y="993305"/>
            <a:chExt cx="123627" cy="123627"/>
          </a:xfrm>
        </p:grpSpPr>
        <p:cxnSp>
          <p:nvCxnSpPr>
            <p:cNvPr id="870" name="Google Shape;87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71" name="Google Shape;87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72" name="Google Shape;872;p10"/>
          <p:cNvGrpSpPr/>
          <p:nvPr/>
        </p:nvGrpSpPr>
        <p:grpSpPr>
          <a:xfrm>
            <a:off x="2900151" y="3887399"/>
            <a:ext cx="123627" cy="123627"/>
            <a:chOff x="13395179" y="993305"/>
            <a:chExt cx="123627" cy="123627"/>
          </a:xfrm>
        </p:grpSpPr>
        <p:cxnSp>
          <p:nvCxnSpPr>
            <p:cNvPr id="873" name="Google Shape;87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74" name="Google Shape;87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75" name="Google Shape;875;p10"/>
          <p:cNvGrpSpPr/>
          <p:nvPr/>
        </p:nvGrpSpPr>
        <p:grpSpPr>
          <a:xfrm>
            <a:off x="3058698" y="3549363"/>
            <a:ext cx="123627" cy="123627"/>
            <a:chOff x="13395179" y="993305"/>
            <a:chExt cx="123627" cy="123627"/>
          </a:xfrm>
        </p:grpSpPr>
        <p:cxnSp>
          <p:nvCxnSpPr>
            <p:cNvPr id="876" name="Google Shape;87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77" name="Google Shape;87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78" name="Google Shape;878;p10"/>
          <p:cNvGrpSpPr/>
          <p:nvPr/>
        </p:nvGrpSpPr>
        <p:grpSpPr>
          <a:xfrm>
            <a:off x="2853133" y="3937658"/>
            <a:ext cx="123627" cy="123627"/>
            <a:chOff x="13395179" y="993305"/>
            <a:chExt cx="123627" cy="123627"/>
          </a:xfrm>
        </p:grpSpPr>
        <p:cxnSp>
          <p:nvCxnSpPr>
            <p:cNvPr id="879" name="Google Shape;87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80" name="Google Shape;880;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81" name="Google Shape;881;p10"/>
          <p:cNvGrpSpPr/>
          <p:nvPr/>
        </p:nvGrpSpPr>
        <p:grpSpPr>
          <a:xfrm>
            <a:off x="2833680" y="3999267"/>
            <a:ext cx="123627" cy="123627"/>
            <a:chOff x="13395179" y="993305"/>
            <a:chExt cx="123627" cy="123627"/>
          </a:xfrm>
        </p:grpSpPr>
        <p:cxnSp>
          <p:nvCxnSpPr>
            <p:cNvPr id="882" name="Google Shape;88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83" name="Google Shape;883;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84" name="Google Shape;884;p10"/>
          <p:cNvGrpSpPr/>
          <p:nvPr/>
        </p:nvGrpSpPr>
        <p:grpSpPr>
          <a:xfrm>
            <a:off x="2645813" y="4273262"/>
            <a:ext cx="123627" cy="123627"/>
            <a:chOff x="13395179" y="993305"/>
            <a:chExt cx="123627" cy="123627"/>
          </a:xfrm>
        </p:grpSpPr>
        <p:cxnSp>
          <p:nvCxnSpPr>
            <p:cNvPr id="885" name="Google Shape;88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86" name="Google Shape;886;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87" name="Google Shape;887;p10"/>
          <p:cNvGrpSpPr/>
          <p:nvPr/>
        </p:nvGrpSpPr>
        <p:grpSpPr>
          <a:xfrm>
            <a:off x="2490440" y="4372160"/>
            <a:ext cx="123627" cy="123627"/>
            <a:chOff x="13395179" y="993305"/>
            <a:chExt cx="123627" cy="123627"/>
          </a:xfrm>
        </p:grpSpPr>
        <p:cxnSp>
          <p:nvCxnSpPr>
            <p:cNvPr id="888" name="Google Shape;88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89" name="Google Shape;889;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90" name="Google Shape;890;p10"/>
          <p:cNvGrpSpPr/>
          <p:nvPr/>
        </p:nvGrpSpPr>
        <p:grpSpPr>
          <a:xfrm>
            <a:off x="3115443" y="3548552"/>
            <a:ext cx="123627" cy="123627"/>
            <a:chOff x="13395179" y="993305"/>
            <a:chExt cx="123627" cy="123627"/>
          </a:xfrm>
        </p:grpSpPr>
        <p:cxnSp>
          <p:nvCxnSpPr>
            <p:cNvPr id="891" name="Google Shape;891;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92" name="Google Shape;892;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93" name="Google Shape;893;p10"/>
          <p:cNvGrpSpPr/>
          <p:nvPr/>
        </p:nvGrpSpPr>
        <p:grpSpPr>
          <a:xfrm>
            <a:off x="2467676" y="4419178"/>
            <a:ext cx="123627" cy="123627"/>
            <a:chOff x="13395179" y="993305"/>
            <a:chExt cx="123627" cy="123627"/>
          </a:xfrm>
        </p:grpSpPr>
        <p:cxnSp>
          <p:nvCxnSpPr>
            <p:cNvPr id="894" name="Google Shape;89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95" name="Google Shape;89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96" name="Google Shape;896;p10"/>
          <p:cNvGrpSpPr/>
          <p:nvPr/>
        </p:nvGrpSpPr>
        <p:grpSpPr>
          <a:xfrm>
            <a:off x="2435250" y="4419179"/>
            <a:ext cx="123627" cy="123627"/>
            <a:chOff x="13395179" y="993305"/>
            <a:chExt cx="123627" cy="123627"/>
          </a:xfrm>
        </p:grpSpPr>
        <p:cxnSp>
          <p:nvCxnSpPr>
            <p:cNvPr id="897" name="Google Shape;897;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898" name="Google Shape;898;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grpSp>
        <p:nvGrpSpPr>
          <p:cNvPr id="899" name="Google Shape;899;p10"/>
          <p:cNvGrpSpPr/>
          <p:nvPr/>
        </p:nvGrpSpPr>
        <p:grpSpPr>
          <a:xfrm>
            <a:off x="9372745" y="3518123"/>
            <a:ext cx="123627" cy="123627"/>
            <a:chOff x="13395179" y="993305"/>
            <a:chExt cx="123627" cy="123627"/>
          </a:xfrm>
        </p:grpSpPr>
        <p:cxnSp>
          <p:nvCxnSpPr>
            <p:cNvPr id="900" name="Google Shape;900;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901" name="Google Shape;901;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902" name="Google Shape;902;p10"/>
          <p:cNvGrpSpPr/>
          <p:nvPr/>
        </p:nvGrpSpPr>
        <p:grpSpPr>
          <a:xfrm>
            <a:off x="5032519" y="4040700"/>
            <a:ext cx="123627" cy="123627"/>
            <a:chOff x="13395179" y="993305"/>
            <a:chExt cx="123627" cy="123627"/>
          </a:xfrm>
        </p:grpSpPr>
        <p:cxnSp>
          <p:nvCxnSpPr>
            <p:cNvPr id="903" name="Google Shape;903;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904" name="Google Shape;904;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grpSp>
        <p:nvGrpSpPr>
          <p:cNvPr id="905" name="Google Shape;905;p10"/>
          <p:cNvGrpSpPr/>
          <p:nvPr/>
        </p:nvGrpSpPr>
        <p:grpSpPr>
          <a:xfrm>
            <a:off x="4987034" y="1372180"/>
            <a:ext cx="123627" cy="123627"/>
            <a:chOff x="13395179" y="993305"/>
            <a:chExt cx="123627" cy="123627"/>
          </a:xfrm>
        </p:grpSpPr>
        <p:cxnSp>
          <p:nvCxnSpPr>
            <p:cNvPr id="906" name="Google Shape;906;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cxnSp>
          <p:nvCxnSpPr>
            <p:cNvPr id="907" name="Google Shape;907;p10"/>
            <p:cNvCxnSpPr/>
            <p:nvPr/>
          </p:nvCxnSpPr>
          <p:spPr>
            <a:xfrm rot="10800000">
              <a:off x="13456993" y="993305"/>
              <a:ext cx="0" cy="123627"/>
            </a:xfrm>
            <a:prstGeom prst="straightConnector1">
              <a:avLst/>
            </a:prstGeom>
            <a:noFill/>
            <a:ln cap="flat" cmpd="sng" w="19050">
              <a:solidFill>
                <a:schemeClr val="accent1"/>
              </a:solidFill>
              <a:prstDash val="solid"/>
              <a:miter lim="800000"/>
              <a:headEnd len="sm" w="sm" type="none"/>
              <a:tailEnd len="sm" w="sm" type="none"/>
            </a:ln>
          </p:spPr>
        </p:cxnSp>
      </p:grpSp>
      <p:sp>
        <p:nvSpPr>
          <p:cNvPr id="908" name="Google Shape;908;p10"/>
          <p:cNvSpPr txBox="1"/>
          <p:nvPr/>
        </p:nvSpPr>
        <p:spPr>
          <a:xfrm>
            <a:off x="5052760" y="5434004"/>
            <a:ext cx="2319807" cy="307777"/>
          </a:xfrm>
          <a:prstGeom prst="rect">
            <a:avLst/>
          </a:prstGeom>
          <a:noFill/>
          <a:ln>
            <a:noFill/>
          </a:ln>
        </p:spPr>
        <p:txBody>
          <a:bodyPr anchorCtr="0" anchor="t" bIns="60950" lIns="121900" spcFirstLastPara="1" rIns="121900" wrap="square" tIns="6095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Arial"/>
                <a:ea typeface="Arial"/>
                <a:cs typeface="Arial"/>
                <a:sym typeface="Arial"/>
              </a:rPr>
              <a:t>Time (weeks)</a:t>
            </a:r>
            <a:endParaRPr/>
          </a:p>
        </p:txBody>
      </p:sp>
      <p:sp>
        <p:nvSpPr>
          <p:cNvPr id="909" name="Google Shape;909;p10"/>
          <p:cNvSpPr txBox="1"/>
          <p:nvPr/>
        </p:nvSpPr>
        <p:spPr>
          <a:xfrm>
            <a:off x="4320071" y="1295494"/>
            <a:ext cx="595035"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Strata</a:t>
            </a:r>
            <a:endParaRPr/>
          </a:p>
        </p:txBody>
      </p:sp>
      <p:sp>
        <p:nvSpPr>
          <p:cNvPr id="910" name="Google Shape;910;p10"/>
          <p:cNvSpPr txBox="1"/>
          <p:nvPr/>
        </p:nvSpPr>
        <p:spPr>
          <a:xfrm>
            <a:off x="5127769" y="1295494"/>
            <a:ext cx="1662891"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accent1"/>
                </a:solidFill>
                <a:latin typeface="Arial"/>
                <a:ea typeface="Arial"/>
                <a:cs typeface="Arial"/>
                <a:sym typeface="Arial"/>
              </a:rPr>
              <a:t>TRTA=EFG PH20 SC</a:t>
            </a:r>
            <a:endParaRPr/>
          </a:p>
        </p:txBody>
      </p:sp>
      <p:sp>
        <p:nvSpPr>
          <p:cNvPr id="911" name="Google Shape;911;p10"/>
          <p:cNvSpPr txBox="1"/>
          <p:nvPr/>
        </p:nvSpPr>
        <p:spPr>
          <a:xfrm>
            <a:off x="7091429" y="1295494"/>
            <a:ext cx="1670907"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accent5"/>
                </a:solidFill>
                <a:latin typeface="Arial"/>
                <a:ea typeface="Arial"/>
                <a:cs typeface="Arial"/>
                <a:sym typeface="Arial"/>
              </a:rPr>
              <a:t>TRTA=PBO PH20 SC</a:t>
            </a:r>
            <a:endParaRPr/>
          </a:p>
        </p:txBody>
      </p:sp>
      <p:sp>
        <p:nvSpPr>
          <p:cNvPr id="912" name="Google Shape;912;p10"/>
          <p:cNvSpPr/>
          <p:nvPr/>
        </p:nvSpPr>
        <p:spPr>
          <a:xfrm>
            <a:off x="1140364" y="5741781"/>
            <a:ext cx="9467353" cy="610726"/>
          </a:xfrm>
          <a:prstGeom prst="roundRect">
            <a:avLst>
              <a:gd fmla="val 50000" name="adj"/>
            </a:avLst>
          </a:prstGeom>
          <a:solidFill>
            <a:schemeClr val="accent5"/>
          </a:solidFill>
          <a:ln>
            <a:noFill/>
          </a:ln>
        </p:spPr>
        <p:txBody>
          <a:bodyPr anchorCtr="0" anchor="ctr" bIns="45700" lIns="365750" spcFirstLastPara="1" rIns="91425" wrap="square" tIns="45700">
            <a:noAutofit/>
          </a:bodyPr>
          <a:lstStyle/>
          <a:p>
            <a:pPr indent="0" lvl="1" marL="812780" marR="0" rtl="0" algn="l">
              <a:spcBef>
                <a:spcPts val="0"/>
              </a:spcBef>
              <a:spcAft>
                <a:spcPts val="0"/>
              </a:spcAft>
              <a:buNone/>
            </a:pPr>
            <a:r>
              <a:rPr b="0" i="0" lang="en-US" sz="1600" u="none" cap="none" strike="noStrike">
                <a:solidFill>
                  <a:srgbClr val="FFFFFF"/>
                </a:solidFill>
                <a:latin typeface="Arial"/>
                <a:ea typeface="Arial"/>
                <a:cs typeface="Arial"/>
                <a:sym typeface="Arial"/>
              </a:rPr>
              <a:t>Based on 16 kPa as the threshold for relapse, in Stage B, EFG treatment reduced the rate of relapse by an estimated 68% compared with placebo. </a:t>
            </a:r>
            <a:endParaRPr b="0" i="0" sz="1600" u="none" cap="none" strike="noStrike">
              <a:solidFill>
                <a:srgbClr val="FFFFFF"/>
              </a:solidFill>
              <a:latin typeface="Arial"/>
              <a:ea typeface="Arial"/>
              <a:cs typeface="Arial"/>
              <a:sym typeface="Arial"/>
            </a:endParaRPr>
          </a:p>
        </p:txBody>
      </p:sp>
      <p:grpSp>
        <p:nvGrpSpPr>
          <p:cNvPr id="913" name="Google Shape;913;p10"/>
          <p:cNvGrpSpPr/>
          <p:nvPr/>
        </p:nvGrpSpPr>
        <p:grpSpPr>
          <a:xfrm>
            <a:off x="3168945" y="3549363"/>
            <a:ext cx="123627" cy="123627"/>
            <a:chOff x="13395179" y="993305"/>
            <a:chExt cx="123627" cy="123627"/>
          </a:xfrm>
        </p:grpSpPr>
        <p:cxnSp>
          <p:nvCxnSpPr>
            <p:cNvPr id="914" name="Google Shape;914;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cxnSp>
          <p:nvCxnSpPr>
            <p:cNvPr id="915" name="Google Shape;915;p10"/>
            <p:cNvCxnSpPr/>
            <p:nvPr/>
          </p:nvCxnSpPr>
          <p:spPr>
            <a:xfrm rot="10800000">
              <a:off x="13456993" y="993305"/>
              <a:ext cx="0" cy="123627"/>
            </a:xfrm>
            <a:prstGeom prst="straightConnector1">
              <a:avLst/>
            </a:prstGeom>
            <a:noFill/>
            <a:ln cap="flat" cmpd="sng" w="19050">
              <a:solidFill>
                <a:schemeClr val="accent5"/>
              </a:solidFill>
              <a:prstDash val="solid"/>
              <a:miter lim="800000"/>
              <a:headEnd len="sm" w="sm" type="none"/>
              <a:tailEnd len="sm" w="sm" type="none"/>
            </a:ln>
          </p:spPr>
        </p:cxnSp>
      </p:grpSp>
      <p:sp>
        <p:nvSpPr>
          <p:cNvPr id="916" name="Google Shape;916;p10"/>
          <p:cNvSpPr/>
          <p:nvPr/>
        </p:nvSpPr>
        <p:spPr>
          <a:xfrm>
            <a:off x="6970856" y="1358984"/>
            <a:ext cx="150018" cy="150018"/>
          </a:xfrm>
          <a:prstGeom prst="rect">
            <a:avLst/>
          </a:prstGeom>
          <a:solidFill>
            <a:srgbClr val="B3FBD5">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Arial"/>
              <a:ea typeface="Arial"/>
              <a:cs typeface="Arial"/>
              <a:sym typeface="Arial"/>
            </a:endParaRPr>
          </a:p>
        </p:txBody>
      </p:sp>
      <p:sp>
        <p:nvSpPr>
          <p:cNvPr id="917" name="Google Shape;917;p10"/>
          <p:cNvSpPr/>
          <p:nvPr/>
        </p:nvSpPr>
        <p:spPr>
          <a:xfrm>
            <a:off x="4977751" y="1358984"/>
            <a:ext cx="150018" cy="150018"/>
          </a:xfrm>
          <a:prstGeom prst="rect">
            <a:avLst/>
          </a:prstGeom>
          <a:solidFill>
            <a:srgbClr val="D2E7B8">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8" name="Google Shape;918;p10"/>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EFG, efgartigimod; HR, hazard ratio; PBO, placebo; PH20, recombinant human hyaluronidase PH20; SC, subcutaneous; TRTA, treatment arm.</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11"/>
          <p:cNvSpPr txBox="1"/>
          <p:nvPr>
            <p:ph type="title"/>
          </p:nvPr>
        </p:nvSpPr>
        <p:spPr>
          <a:xfrm>
            <a:off x="-2808224" y="-2649220"/>
            <a:ext cx="11660124" cy="1005840"/>
          </a:xfrm>
          <a:prstGeom prst="rect">
            <a:avLst/>
          </a:prstGeom>
          <a:noFill/>
          <a:ln>
            <a:noFill/>
          </a:ln>
        </p:spPr>
        <p:txBody>
          <a:bodyPr anchorCtr="0" anchor="t" bIns="45700" lIns="0" spcFirstLastPara="1" rIns="0" wrap="square" tIns="45700">
            <a:noAutofit/>
          </a:bodyPr>
          <a:lstStyle/>
          <a:p>
            <a:pPr indent="0" lvl="0" marL="0" rtl="0" algn="l">
              <a:lnSpc>
                <a:spcPct val="90000"/>
              </a:lnSpc>
              <a:spcBef>
                <a:spcPts val="0"/>
              </a:spcBef>
              <a:spcAft>
                <a:spcPts val="0"/>
              </a:spcAft>
              <a:buClr>
                <a:schemeClr val="accent5"/>
              </a:buClr>
              <a:buSzPts val="2667"/>
              <a:buFont typeface="Arial"/>
              <a:buNone/>
            </a:pPr>
            <a:r>
              <a:t/>
            </a:r>
            <a:endParaRPr sz="2667"/>
          </a:p>
        </p:txBody>
      </p:sp>
      <p:sp>
        <p:nvSpPr>
          <p:cNvPr id="924" name="Google Shape;924;p11"/>
          <p:cNvSpPr/>
          <p:nvPr/>
        </p:nvSpPr>
        <p:spPr>
          <a:xfrm>
            <a:off x="12075795" y="-1921435"/>
            <a:ext cx="2651760" cy="473600"/>
          </a:xfrm>
          <a:prstGeom prst="roundRect">
            <a:avLst>
              <a:gd fmla="val 16667" name="adj"/>
            </a:avLst>
          </a:prstGeom>
          <a:solidFill>
            <a:srgbClr val="FF0000"/>
          </a:solid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Unpublished data</a:t>
            </a:r>
            <a:endParaRPr b="0" i="0" sz="1800" u="none" cap="none" strike="noStrike">
              <a:solidFill>
                <a:srgbClr val="FFFFFF"/>
              </a:solidFill>
              <a:latin typeface="Arial"/>
              <a:ea typeface="Arial"/>
              <a:cs typeface="Arial"/>
              <a:sym typeface="Arial"/>
            </a:endParaRPr>
          </a:p>
        </p:txBody>
      </p:sp>
      <p:sp>
        <p:nvSpPr>
          <p:cNvPr id="925" name="Google Shape;925;p11"/>
          <p:cNvSpPr txBox="1"/>
          <p:nvPr/>
        </p:nvSpPr>
        <p:spPr>
          <a:xfrm>
            <a:off x="265176" y="357806"/>
            <a:ext cx="9882124" cy="1005840"/>
          </a:xfrm>
          <a:prstGeom prst="rect">
            <a:avLst/>
          </a:prstGeom>
          <a:noFill/>
          <a:ln>
            <a:noFill/>
          </a:ln>
        </p:spPr>
        <p:txBody>
          <a:bodyPr anchorCtr="0" anchor="t" bIns="45700" lIns="0" spcFirstLastPara="1" rIns="0" wrap="square" tIns="45700">
            <a:noAutofit/>
          </a:bodyPr>
          <a:lstStyle/>
          <a:p>
            <a:pPr indent="0" lvl="0" marL="0" marR="0" rtl="0" algn="l">
              <a:lnSpc>
                <a:spcPct val="90000"/>
              </a:lnSpc>
              <a:spcBef>
                <a:spcPts val="0"/>
              </a:spcBef>
              <a:spcAft>
                <a:spcPts val="0"/>
              </a:spcAft>
              <a:buClr>
                <a:schemeClr val="accent5"/>
              </a:buClr>
              <a:buSzPts val="3200"/>
              <a:buFont typeface="Arial"/>
              <a:buNone/>
            </a:pPr>
            <a:r>
              <a:rPr b="0" lang="en-US" sz="3200">
                <a:solidFill>
                  <a:schemeClr val="accent5"/>
                </a:solidFill>
                <a:latin typeface="Arial"/>
                <a:ea typeface="Arial"/>
                <a:cs typeface="Arial"/>
                <a:sym typeface="Arial"/>
              </a:rPr>
              <a:t>Magnitude of Response at ADHERE+ </a:t>
            </a:r>
            <a:br>
              <a:rPr b="0" lang="en-US" sz="3200">
                <a:solidFill>
                  <a:schemeClr val="accent5"/>
                </a:solidFill>
                <a:latin typeface="Arial"/>
                <a:ea typeface="Arial"/>
                <a:cs typeface="Arial"/>
                <a:sym typeface="Arial"/>
              </a:rPr>
            </a:br>
            <a:r>
              <a:rPr b="0" lang="en-US" sz="3200">
                <a:solidFill>
                  <a:schemeClr val="accent5"/>
                </a:solidFill>
                <a:latin typeface="Arial"/>
                <a:ea typeface="Arial"/>
                <a:cs typeface="Arial"/>
                <a:sym typeface="Arial"/>
              </a:rPr>
              <a:t>Week 36 Compared With Run-In Baseline</a:t>
            </a:r>
            <a:endParaRPr b="0" sz="3200">
              <a:solidFill>
                <a:schemeClr val="accent5"/>
              </a:solidFill>
              <a:latin typeface="Arial"/>
              <a:ea typeface="Arial"/>
              <a:cs typeface="Arial"/>
              <a:sym typeface="Arial"/>
            </a:endParaRPr>
          </a:p>
        </p:txBody>
      </p:sp>
      <p:graphicFrame>
        <p:nvGraphicFramePr>
          <p:cNvPr id="926" name="Google Shape;926;p11"/>
          <p:cNvGraphicFramePr/>
          <p:nvPr/>
        </p:nvGraphicFramePr>
        <p:xfrm>
          <a:off x="1069844" y="1920150"/>
          <a:ext cx="9791700" cy="4287699"/>
        </p:xfrm>
        <a:graphic>
          <a:graphicData uri="http://schemas.openxmlformats.org/drawingml/2006/chart">
            <c:chart r:id="rId3"/>
          </a:graphicData>
        </a:graphic>
      </p:graphicFrame>
      <p:sp>
        <p:nvSpPr>
          <p:cNvPr id="927" name="Google Shape;927;p11"/>
          <p:cNvSpPr txBox="1"/>
          <p:nvPr/>
        </p:nvSpPr>
        <p:spPr>
          <a:xfrm>
            <a:off x="1938167" y="2940706"/>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69.8</a:t>
            </a:r>
            <a:endParaRPr/>
          </a:p>
        </p:txBody>
      </p:sp>
      <p:sp>
        <p:nvSpPr>
          <p:cNvPr id="928" name="Google Shape;928;p11"/>
          <p:cNvSpPr txBox="1"/>
          <p:nvPr/>
        </p:nvSpPr>
        <p:spPr>
          <a:xfrm>
            <a:off x="3265097" y="3652232"/>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50.3</a:t>
            </a:r>
            <a:endParaRPr/>
          </a:p>
        </p:txBody>
      </p:sp>
      <p:sp>
        <p:nvSpPr>
          <p:cNvPr id="929" name="Google Shape;929;p11"/>
          <p:cNvSpPr txBox="1"/>
          <p:nvPr/>
        </p:nvSpPr>
        <p:spPr>
          <a:xfrm>
            <a:off x="4592029" y="4099472"/>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38.9</a:t>
            </a:r>
            <a:endParaRPr/>
          </a:p>
        </p:txBody>
      </p:sp>
      <p:sp>
        <p:nvSpPr>
          <p:cNvPr id="930" name="Google Shape;930;p11"/>
          <p:cNvSpPr txBox="1"/>
          <p:nvPr/>
        </p:nvSpPr>
        <p:spPr>
          <a:xfrm>
            <a:off x="5887428" y="4632322"/>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24.8</a:t>
            </a:r>
            <a:endParaRPr/>
          </a:p>
        </p:txBody>
      </p:sp>
      <p:sp>
        <p:nvSpPr>
          <p:cNvPr id="931" name="Google Shape;931;p11"/>
          <p:cNvSpPr txBox="1"/>
          <p:nvPr/>
        </p:nvSpPr>
        <p:spPr>
          <a:xfrm>
            <a:off x="7193338" y="4869354"/>
            <a:ext cx="482825"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18.8</a:t>
            </a:r>
            <a:endParaRPr/>
          </a:p>
        </p:txBody>
      </p:sp>
      <p:sp>
        <p:nvSpPr>
          <p:cNvPr id="932" name="Google Shape;932;p11"/>
          <p:cNvSpPr txBox="1"/>
          <p:nvPr/>
        </p:nvSpPr>
        <p:spPr>
          <a:xfrm>
            <a:off x="8520271" y="5011796"/>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14.8</a:t>
            </a:r>
            <a:endParaRPr/>
          </a:p>
        </p:txBody>
      </p:sp>
      <p:sp>
        <p:nvSpPr>
          <p:cNvPr id="933" name="Google Shape;933;p11"/>
          <p:cNvSpPr txBox="1"/>
          <p:nvPr/>
        </p:nvSpPr>
        <p:spPr>
          <a:xfrm>
            <a:off x="9815670" y="5197804"/>
            <a:ext cx="482824"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10.1</a:t>
            </a:r>
            <a:endParaRPr/>
          </a:p>
        </p:txBody>
      </p:sp>
      <p:sp>
        <p:nvSpPr>
          <p:cNvPr id="934" name="Google Shape;934;p11"/>
          <p:cNvSpPr txBox="1"/>
          <p:nvPr/>
        </p:nvSpPr>
        <p:spPr>
          <a:xfrm>
            <a:off x="3363293" y="6181681"/>
            <a:ext cx="553113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dk1"/>
                </a:solidFill>
                <a:latin typeface="Arial"/>
                <a:ea typeface="Arial"/>
                <a:cs typeface="Arial"/>
                <a:sym typeface="Arial"/>
              </a:rPr>
              <a:t>ADHERE+ Week 36 mean grip strength change from run-in baseline (kPa)</a:t>
            </a:r>
            <a:endParaRPr/>
          </a:p>
        </p:txBody>
      </p:sp>
      <p:sp>
        <p:nvSpPr>
          <p:cNvPr id="935" name="Google Shape;935;p11"/>
          <p:cNvSpPr txBox="1"/>
          <p:nvPr/>
        </p:nvSpPr>
        <p:spPr>
          <a:xfrm>
            <a:off x="2111783" y="1479862"/>
            <a:ext cx="8153066" cy="5616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Arial"/>
                <a:ea typeface="Arial"/>
                <a:cs typeface="Arial"/>
                <a:sym typeface="Arial"/>
              </a:rPr>
              <a:t>Mean Grip Strength Cumulative Improvement in Either Hand at ADHERE+ Week 36</a:t>
            </a:r>
            <a:endParaRPr/>
          </a:p>
          <a:p>
            <a:pPr indent="0" lvl="0" marL="0" marR="0" rtl="0" algn="l">
              <a:spcBef>
                <a:spcPts val="300"/>
              </a:spcBef>
              <a:spcAft>
                <a:spcPts val="0"/>
              </a:spcAft>
              <a:buNone/>
            </a:pPr>
            <a:r>
              <a:rPr lang="en-US" sz="1200">
                <a:solidFill>
                  <a:schemeClr val="dk1"/>
                </a:solidFill>
                <a:latin typeface="Arial"/>
                <a:ea typeface="Arial"/>
                <a:cs typeface="Arial"/>
                <a:sym typeface="Arial"/>
              </a:rPr>
              <a:t>Analysis set: Stage B mlTT with a run-in baseline at ADHERE+ Week 36 (N=149)</a:t>
            </a:r>
            <a:endParaRPr/>
          </a:p>
        </p:txBody>
      </p:sp>
      <p:sp>
        <p:nvSpPr>
          <p:cNvPr id="936" name="Google Shape;936;p11"/>
          <p:cNvSpPr txBox="1"/>
          <p:nvPr/>
        </p:nvSpPr>
        <p:spPr>
          <a:xfrm rot="-5400000">
            <a:off x="170964" y="3799380"/>
            <a:ext cx="15376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Participants (%)</a:t>
            </a:r>
            <a:endParaRPr/>
          </a:p>
        </p:txBody>
      </p:sp>
      <p:sp>
        <p:nvSpPr>
          <p:cNvPr id="937" name="Google Shape;937;p11"/>
          <p:cNvSpPr txBox="1"/>
          <p:nvPr>
            <p:ph idx="12" type="sldNum"/>
          </p:nvPr>
        </p:nvSpPr>
        <p:spPr>
          <a:xfrm>
            <a:off x="11672030" y="6356350"/>
            <a:ext cx="450527"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938" name="Google Shape;938;p11"/>
          <p:cNvSpPr txBox="1"/>
          <p:nvPr/>
        </p:nvSpPr>
        <p:spPr>
          <a:xfrm>
            <a:off x="342900" y="6255053"/>
            <a:ext cx="11017251" cy="336247"/>
          </a:xfrm>
          <a:prstGeom prst="rect">
            <a:avLst/>
          </a:prstGeom>
          <a:noFill/>
          <a:ln>
            <a:noFill/>
          </a:ln>
        </p:spPr>
        <p:txBody>
          <a:bodyPr anchorCtr="0" anchor="b" bIns="0" lIns="0" spcFirstLastPara="1" rIns="0" wrap="square" tIns="0">
            <a:noAutofit/>
          </a:bodyPr>
          <a:lstStyle/>
          <a:p>
            <a:pPr indent="0" lvl="0" marL="0" marR="0" rtl="0" algn="l">
              <a:lnSpc>
                <a:spcPct val="106000"/>
              </a:lnSpc>
              <a:spcBef>
                <a:spcPts val="0"/>
              </a:spcBef>
              <a:spcAft>
                <a:spcPts val="0"/>
              </a:spcAft>
              <a:buNone/>
            </a:pPr>
            <a:r>
              <a:rPr lang="en-US" sz="800">
                <a:solidFill>
                  <a:schemeClr val="dk1"/>
                </a:solidFill>
                <a:latin typeface="Arial"/>
                <a:ea typeface="Arial"/>
                <a:cs typeface="Arial"/>
                <a:sym typeface="Arial"/>
              </a:rPr>
              <a:t>mITT, modified intention-to-treat.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rgenx">
  <a:themeElements>
    <a:clrScheme name="ARGENX">
      <a:dk1>
        <a:srgbClr val="FFFFFF"/>
      </a:dk1>
      <a:lt1>
        <a:srgbClr val="5A5A5A"/>
      </a:lt1>
      <a:dk2>
        <a:srgbClr val="FFFFFF"/>
      </a:dk2>
      <a:lt2>
        <a:srgbClr val="91C353"/>
      </a:lt2>
      <a:accent1>
        <a:srgbClr val="086F3C"/>
      </a:accent1>
      <a:accent2>
        <a:srgbClr val="CCDDEF"/>
      </a:accent2>
      <a:accent3>
        <a:srgbClr val="0B436E"/>
      </a:accent3>
      <a:accent4>
        <a:srgbClr val="F2F2F2"/>
      </a:accent4>
      <a:accent5>
        <a:srgbClr val="91C353"/>
      </a:accent5>
      <a:accent6>
        <a:srgbClr val="FFFFFF"/>
      </a:accent6>
      <a:hlink>
        <a:srgbClr val="5A5A5A"/>
      </a:hlink>
      <a:folHlink>
        <a:srgbClr val="B6B6B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llegium">
  <a:themeElements>
    <a:clrScheme name="Argenx">
      <a:dk1>
        <a:srgbClr val="000000"/>
      </a:dk1>
      <a:lt1>
        <a:srgbClr val="FFFFFF"/>
      </a:lt1>
      <a:dk2>
        <a:srgbClr val="595959"/>
      </a:dk2>
      <a:lt2>
        <a:srgbClr val="E7E6E6"/>
      </a:lt2>
      <a:accent1>
        <a:srgbClr val="91C353"/>
      </a:accent1>
      <a:accent2>
        <a:srgbClr val="CCDDEF"/>
      </a:accent2>
      <a:accent3>
        <a:srgbClr val="0B436E"/>
      </a:accent3>
      <a:accent4>
        <a:srgbClr val="F2F2F2"/>
      </a:accent4>
      <a:accent5>
        <a:srgbClr val="086F3C"/>
      </a:accent5>
      <a:accent6>
        <a:srgbClr val="343433"/>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4CC226A5E432349B925E9F2135BE708" ma:contentTypeVersion="3" ma:contentTypeDescription="Create a new document." ma:contentTypeScope="" ma:versionID="9ad5a18861fa2a8d9f0f5b4cb1fb0bb8">
  <xsd:schema xmlns:xsd="http://www.w3.org/2001/XMLSchema" xmlns:xs="http://www.w3.org/2001/XMLSchema" xmlns:p="http://schemas.microsoft.com/office/2006/metadata/properties" xmlns:ns2="8704a5b3-b600-4f5c-8433-2bcb6f31dbfd" targetNamespace="http://schemas.microsoft.com/office/2006/metadata/properties" ma:root="true" ma:fieldsID="715c0499d71a0d2cd20a709664760ee8" ns2:_="">
    <xsd:import namespace="8704a5b3-b600-4f5c-8433-2bcb6f31db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04a5b3-b600-4f5c-8433-2bcb6f31db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090DB6-3ECA-4AAB-A9B8-D6E2979A8342}"/>
</file>

<file path=customXml/itemProps2.xml><?xml version="1.0" encoding="utf-8"?>
<ds:datastoreItem xmlns:ds="http://schemas.openxmlformats.org/officeDocument/2006/customXml" ds:itemID="{581BDE1F-EF9A-4E81-9DD3-9318B731D91B}"/>
</file>

<file path=customXml/itemProps3.xml><?xml version="1.0" encoding="utf-8"?>
<ds:datastoreItem xmlns:ds="http://schemas.openxmlformats.org/officeDocument/2006/customXml" ds:itemID="{7F78855F-7D55-4226-B3B5-369C2E2E013B}"/>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Barreras, Michael</dc:creator>
  <dcterms:created xsi:type="dcterms:W3CDTF">2025-01-17T15:11:30Z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0x010100A4CC226A5E432349B925E9F2135BE708</vt:lpwstr>
  </property>
  <property fmtid="{D5CDD505-2E9C-101B-9397-08002B2CF9AE}" pid="3" name="Job Number">
    <vt:lpwstr/>
  </property>
  <property fmtid="{D5CDD505-2E9C-101B-9397-08002B2CF9AE}" pid="4" name="MediaServiceImageTags">
    <vt:lpwstr/>
  </property>
  <property fmtid="{D5CDD505-2E9C-101B-9397-08002B2CF9AE}" pid="5" name="Job_x0020_Number">
    <vt:lpwstr/>
  </property>
  <property fmtid="{D5CDD505-2E9C-101B-9397-08002B2CF9AE}" pid="6" name="Order">
    <vt:r8>4400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ies>
</file>